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F2D7-379D-7AD1-4ADD-52AE99170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A5963-3709-C998-C305-F3E39B036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5CA-5524-BEF3-0E5A-707E61B0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74C0D-BD3F-6C98-B1AB-F9824568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B377-2D2E-9056-997B-70F300E2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75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8E74-CEEC-822F-4B67-EC3A9E5B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ECFA-9742-2656-88DB-F2A7EFE2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F437-F51C-F588-9397-257805B1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BDC3A-D6CB-7FD0-CFED-112B7BA8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0F407-DE3B-7ED1-BC73-02DB284F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73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BF38-88A9-7CB1-B6F8-0D27648D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07E65-EB9D-CEA3-FC6D-F3D35C95D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5EF6F-17D6-A6F6-9176-1EDF4865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7166A-E7CC-BB55-C17C-2A32DEAB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1655F-110C-46B5-195A-B9793722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3B5A-4892-D680-AD7F-82C0A573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DB0CE-6C64-AFC8-3194-3546CA3CE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BA8CE-CC88-3EE8-4360-586E3084E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FC969-6DC9-2BF3-4EF4-90B67855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B218D-1897-166D-E62B-3A9C77AC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842A4-6B6E-CB1F-B101-900BF82F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51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C4DA-B078-3B18-6AE6-962B513B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C66CA-1B7C-BB30-BAEC-9AB31C0AD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8B277-4526-FBDB-9EBA-5F4F85A0F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ED2D2-21A1-D391-855E-CB0DCD116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12304E-77DB-B957-7825-9518D912E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12632-0F3B-3A61-8307-38DD01637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C9E3F-39D1-BD0D-D86F-9EEBE676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3FB3F-BF2E-95DA-5E10-07303380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6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D3CE-2131-D641-A0BE-73A5FF04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9EE39-F02D-A340-C48C-04A39F6F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0766A-18A4-6888-1775-F9AC5F74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5845A-A9D3-5397-5FFC-322703B54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94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5FC5C-7C04-CCF9-67B2-F687A7A5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CDAE1-BC67-67EA-074A-1009BBD14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80E8-3024-A86E-A19C-240065BC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3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A747-E1C9-A84C-94AA-4C591EE6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6438-8408-3C7E-2753-81A227377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FCD58-7E48-8410-3A00-CAD1BAD33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C6E26-04C4-A8D1-2EA9-0011E594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ABCF-2458-C06F-9F0C-836C0FF8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A1253-6161-2104-E406-689EB474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3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D360-C195-B506-1E33-AA14A0AE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B9549-E12D-C94A-1A31-4AAA73B5CD6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65184-3633-BD09-8AC7-3F9ECCD73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ECF18-8360-24FD-3B62-63497090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96BF8-52EE-C633-C9A7-3B3FB8F8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67F82-DF45-221A-ED43-A0F805DD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96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E175-9452-E103-59EC-56A3901A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5A9C5-00E7-1199-1E29-12E0990F4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A032E-C5D0-6A25-FCA2-B0416EEC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6F26C-8AF5-151C-D0C5-575F920C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06CD-B7DE-4A23-5D84-2943FAA0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07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0F8771-6B82-2260-3D82-B2CC294F5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97226-9062-6D3F-9F84-B531BDF64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BBDF-6517-64CA-A0F2-2F6B1C36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D6EE3-E095-4A66-FC32-D5DE9362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4087B-D73E-42A0-DC11-C29EBA18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21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71B9E-3E3E-3132-E9F9-44456615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5E494-866B-04CD-FF1F-54B5301F5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E729C-78E1-DF6C-0618-2394154F5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50F0A-B9FC-44C9-BF45-4F6878DEB41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36919-FB76-882F-2D53-544F60DC8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9AEC5-F110-2919-80FE-5A0382C0E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8E9C4-BA70-49E6-B19C-43AAFD238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04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D9DAFE-D3D3-0AAA-6840-F30A79F47A39}"/>
              </a:ext>
            </a:extLst>
          </p:cNvPr>
          <p:cNvSpPr txBox="1"/>
          <p:nvPr/>
        </p:nvSpPr>
        <p:spPr>
          <a:xfrm>
            <a:off x="76200" y="0"/>
            <a:ext cx="1141911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highlight>
                  <a:srgbClr val="008080"/>
                </a:highlight>
              </a:rPr>
              <a:t>Connecting and Testing Peripherals </a:t>
            </a:r>
          </a:p>
          <a:p>
            <a:pPr>
              <a:buNone/>
            </a:pPr>
            <a:endParaRPr lang="en-IN" sz="4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400" b="1" dirty="0">
                <a:highlight>
                  <a:srgbClr val="008080"/>
                </a:highlight>
              </a:rPr>
              <a:t>Objective:</a:t>
            </a:r>
            <a:r>
              <a:rPr lang="en-IN" sz="4400" dirty="0">
                <a:highlight>
                  <a:srgbClr val="008080"/>
                </a:highlight>
              </a:rPr>
              <a:t> </a:t>
            </a:r>
            <a:r>
              <a:rPr lang="en-IN" sz="4400" dirty="0"/>
              <a:t>Set up, connect, and thoroughly test peripheral devices like printers and webcams, ensuring proper communication with the computer operating system and resolving any connectivity or driver-level issues.</a:t>
            </a:r>
          </a:p>
        </p:txBody>
      </p:sp>
    </p:spTree>
    <p:extLst>
      <p:ext uri="{BB962C8B-B14F-4D97-AF65-F5344CB8AC3E}">
        <p14:creationId xmlns:p14="http://schemas.microsoft.com/office/powerpoint/2010/main" val="157245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5B619-1F35-E8C4-B4B5-5628708FD77E}"/>
              </a:ext>
            </a:extLst>
          </p:cNvPr>
          <p:cNvSpPr txBox="1"/>
          <p:nvPr/>
        </p:nvSpPr>
        <p:spPr>
          <a:xfrm>
            <a:off x="87084" y="95187"/>
            <a:ext cx="1176745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highlight>
                  <a:srgbClr val="0000FF"/>
                </a:highlight>
              </a:rPr>
              <a:t>Connecting and Testing a USB Webcam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Connect the Hardware:</a:t>
            </a:r>
            <a:r>
              <a:rPr lang="en-IN" sz="2400" dirty="0"/>
              <a:t> Plug the USB cable of your webcam into an available USB port on your computer.</a:t>
            </a:r>
          </a:p>
          <a:p>
            <a:pPr lvl="0"/>
            <a:r>
              <a:rPr lang="en-IN" sz="2400" i="1" dirty="0"/>
              <a:t>Verification:</a:t>
            </a:r>
            <a:r>
              <a:rPr lang="en-IN" sz="2400" dirty="0"/>
              <a:t> Look for a power LED light on the webcam or a notification sound from Windows indicating a new device has been connected.</a:t>
            </a:r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Install Drivers:</a:t>
            </a:r>
            <a:r>
              <a:rPr lang="en-IN" sz="2400" dirty="0"/>
              <a:t> Allow Windows to automatically install standard UVC (USB Video Class) drivers, or download specific drivers from the manufacturer's software site if required.</a:t>
            </a:r>
          </a:p>
          <a:p>
            <a:pPr lvl="0"/>
            <a:r>
              <a:rPr lang="en-IN" sz="2400" i="1" dirty="0"/>
              <a:t> Verification:</a:t>
            </a:r>
            <a:r>
              <a:rPr lang="en-IN" sz="2400" dirty="0"/>
              <a:t> Open </a:t>
            </a:r>
            <a:r>
              <a:rPr lang="en-IN" sz="2400" b="1" dirty="0"/>
              <a:t>Device Manager</a:t>
            </a:r>
            <a:r>
              <a:rPr lang="en-IN" sz="2400" dirty="0"/>
              <a:t>, expand </a:t>
            </a:r>
            <a:r>
              <a:rPr lang="en-IN" sz="2400" b="1" dirty="0"/>
              <a:t>Cameras</a:t>
            </a:r>
            <a:r>
              <a:rPr lang="en-IN" sz="2400" dirty="0"/>
              <a:t>, and confirm the webcam appears without any yellow warning icons.</a:t>
            </a:r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Test the Camera:</a:t>
            </a:r>
            <a:r>
              <a:rPr lang="en-IN" sz="2400" dirty="0"/>
              <a:t> Press the Windows key, type </a:t>
            </a:r>
            <a:r>
              <a:rPr lang="en-IN" sz="2400" b="1" dirty="0"/>
              <a:t>Camera</a:t>
            </a:r>
            <a:r>
              <a:rPr lang="en-IN" sz="2400" dirty="0"/>
              <a:t>, and open the default Windows Camera application.</a:t>
            </a:r>
          </a:p>
          <a:p>
            <a:pPr lvl="0"/>
            <a:r>
              <a:rPr lang="en-IN" sz="2400" i="1" dirty="0"/>
              <a:t>Verification:</a:t>
            </a:r>
            <a:r>
              <a:rPr lang="en-IN" sz="2400" dirty="0"/>
              <a:t> Check that the app successfully displays your live video feed and click the capture button to take a test photo.</a:t>
            </a:r>
          </a:p>
        </p:txBody>
      </p:sp>
    </p:spTree>
    <p:extLst>
      <p:ext uri="{BB962C8B-B14F-4D97-AF65-F5344CB8AC3E}">
        <p14:creationId xmlns:p14="http://schemas.microsoft.com/office/powerpoint/2010/main" val="380088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B89171-2662-B549-C7A6-9EC68CDA69A4}"/>
              </a:ext>
            </a:extLst>
          </p:cNvPr>
          <p:cNvSpPr txBox="1"/>
          <p:nvPr/>
        </p:nvSpPr>
        <p:spPr>
          <a:xfrm>
            <a:off x="87086" y="163287"/>
            <a:ext cx="1197428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808000"/>
                </a:highlight>
              </a:rPr>
              <a:t> </a:t>
            </a:r>
            <a:r>
              <a:rPr lang="en-IN" sz="2400" b="1" dirty="0">
                <a:solidFill>
                  <a:schemeClr val="bg1"/>
                </a:solidFill>
                <a:highlight>
                  <a:srgbClr val="808000"/>
                </a:highlight>
              </a:rPr>
              <a:t>Setting Up and Testing a Local Printer</a:t>
            </a:r>
          </a:p>
          <a:p>
            <a:pPr>
              <a:buNone/>
            </a:pPr>
            <a:endParaRPr lang="en-IN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Physical Connection &amp; Power:</a:t>
            </a:r>
            <a:r>
              <a:rPr lang="en-IN" sz="2400" dirty="0"/>
              <a:t> Connect your printer via USB cable or ensure it is joined to the same local network, then turn it on using the power button.</a:t>
            </a:r>
          </a:p>
          <a:p>
            <a:pPr lvl="0"/>
            <a:r>
              <a:rPr lang="en-IN" sz="2400" i="1" dirty="0"/>
              <a:t>Verification:</a:t>
            </a:r>
            <a:r>
              <a:rPr lang="en-IN" sz="2400" dirty="0"/>
              <a:t> Ensure the printer's status light or LCD screen remains steadily lit.</a:t>
            </a:r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Install Drivers:</a:t>
            </a:r>
            <a:r>
              <a:rPr lang="en-IN" sz="2400" dirty="0"/>
              <a:t> Go to </a:t>
            </a:r>
            <a:r>
              <a:rPr lang="en-IN" sz="2400" b="1" dirty="0"/>
              <a:t>Settings &gt; Bluetooth &amp; devices &gt; Printers &amp; scanners</a:t>
            </a:r>
            <a:r>
              <a:rPr lang="en-IN" sz="2400" dirty="0"/>
              <a:t>, click </a:t>
            </a:r>
            <a:r>
              <a:rPr lang="en-IN" sz="2400" b="1" dirty="0"/>
              <a:t>Add device</a:t>
            </a:r>
            <a:r>
              <a:rPr lang="en-IN" sz="2400" dirty="0"/>
              <a:t>, or run the official driver installation software downloaded from the manufacturer's website.</a:t>
            </a:r>
          </a:p>
          <a:p>
            <a:pPr lvl="0"/>
            <a:r>
              <a:rPr lang="en-IN" sz="2400" i="1" dirty="0"/>
              <a:t>Verification:</a:t>
            </a:r>
            <a:r>
              <a:rPr lang="en-IN" sz="2400" dirty="0"/>
              <a:t> Confirm the printer model appears listed under your system's installed printers.</a:t>
            </a:r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Print a Test Page:</a:t>
            </a:r>
            <a:r>
              <a:rPr lang="en-IN" sz="2400" dirty="0"/>
              <a:t> Right-click the printer in Settings, select </a:t>
            </a:r>
            <a:r>
              <a:rPr lang="en-IN" sz="2400" b="1" dirty="0"/>
              <a:t>Printer properties</a:t>
            </a:r>
            <a:r>
              <a:rPr lang="en-IN" sz="2400" dirty="0"/>
              <a:t>, and click the </a:t>
            </a:r>
            <a:r>
              <a:rPr lang="en-IN" sz="2400" b="1" dirty="0"/>
              <a:t>Print Test Page</a:t>
            </a:r>
            <a:r>
              <a:rPr lang="en-IN" sz="2400" dirty="0"/>
              <a:t> button.</a:t>
            </a:r>
          </a:p>
          <a:p>
            <a:pPr lvl="0"/>
            <a:r>
              <a:rPr lang="en-IN" sz="2400" i="1" dirty="0"/>
              <a:t>Verification:</a:t>
            </a:r>
            <a:r>
              <a:rPr lang="en-IN" sz="2400" dirty="0"/>
              <a:t> Check that physical paper feeds through the printer and prints the test page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98727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8F255-777D-B5CA-9657-B77F3FFA89B8}"/>
              </a:ext>
            </a:extLst>
          </p:cNvPr>
          <p:cNvSpPr txBox="1"/>
          <p:nvPr/>
        </p:nvSpPr>
        <p:spPr>
          <a:xfrm>
            <a:off x="0" y="1"/>
            <a:ext cx="12115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i="1" u="sng" dirty="0">
                <a:solidFill>
                  <a:schemeClr val="bg1"/>
                </a:solidFill>
                <a:highlight>
                  <a:srgbClr val="800080"/>
                </a:highlight>
              </a:rPr>
              <a:t>Simulating and Resolving a 'Printer Not Detected' Issue</a:t>
            </a:r>
          </a:p>
          <a:p>
            <a:pPr>
              <a:buNone/>
            </a:pPr>
            <a:endParaRPr lang="en-IN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Simulate Issue:</a:t>
            </a:r>
            <a:r>
              <a:rPr lang="en-IN" sz="2800" dirty="0"/>
              <a:t> Unplug the printer's USB cable from the computer to sever the hardware connection.</a:t>
            </a:r>
          </a:p>
          <a:p>
            <a:pPr lvl="1"/>
            <a:r>
              <a:rPr lang="en-IN" sz="2800" i="1" dirty="0"/>
              <a:t>Verification:</a:t>
            </a:r>
            <a:r>
              <a:rPr lang="en-IN" sz="2800" dirty="0"/>
              <a:t> Open </a:t>
            </a:r>
            <a:r>
              <a:rPr lang="en-IN" sz="2800" b="1" dirty="0"/>
              <a:t>Printers &amp; scanners</a:t>
            </a:r>
            <a:r>
              <a:rPr lang="en-IN" sz="2800" dirty="0"/>
              <a:t> and notice the printer status change to offline or unreachable.</a:t>
            </a:r>
          </a:p>
          <a:p>
            <a:pPr marL="742950" lvl="1" indent="-28575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Reconnect Hardware:</a:t>
            </a:r>
            <a:r>
              <a:rPr lang="en-IN" sz="2800" dirty="0"/>
              <a:t> Plug the USB cable firmly back into a working USB port on the computer.</a:t>
            </a:r>
          </a:p>
          <a:p>
            <a:pPr lvl="1"/>
            <a:r>
              <a:rPr lang="en-IN" sz="2800" i="1" dirty="0"/>
              <a:t>Verification:</a:t>
            </a:r>
            <a:r>
              <a:rPr lang="en-IN" sz="2800" dirty="0"/>
              <a:t> Listen for the Windows hardware-connect chime.</a:t>
            </a:r>
          </a:p>
          <a:p>
            <a:pPr marL="742950" lvl="1" indent="-28575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Scan for Changes in Device Manager:</a:t>
            </a:r>
            <a:r>
              <a:rPr lang="en-IN" sz="2800" dirty="0"/>
              <a:t> Right-click the Start menu, open </a:t>
            </a:r>
            <a:r>
              <a:rPr lang="en-IN" sz="2800" b="1" dirty="0"/>
              <a:t>Device Manager</a:t>
            </a:r>
            <a:r>
              <a:rPr lang="en-IN" sz="2800" dirty="0"/>
              <a:t>, click on the top computer name or </a:t>
            </a:r>
            <a:r>
              <a:rPr lang="en-IN" sz="2800" b="1" dirty="0"/>
              <a:t>Action</a:t>
            </a:r>
            <a:r>
              <a:rPr lang="en-IN" sz="2800" dirty="0"/>
              <a:t> menu, and select </a:t>
            </a:r>
            <a:r>
              <a:rPr lang="en-IN" sz="2800" b="1" dirty="0"/>
              <a:t>Scan for hardware changes</a:t>
            </a:r>
            <a:r>
              <a:rPr lang="en-IN" sz="2800" dirty="0"/>
              <a:t>.</a:t>
            </a:r>
          </a:p>
          <a:p>
            <a:pPr lvl="1"/>
            <a:r>
              <a:rPr lang="en-IN" sz="2800" i="1" dirty="0"/>
              <a:t>Verification:</a:t>
            </a:r>
            <a:r>
              <a:rPr lang="en-IN" sz="2800" dirty="0"/>
              <a:t> Watch the device list refresh and verify that the printer reappears correctly without any missing driver alerts.</a:t>
            </a:r>
          </a:p>
        </p:txBody>
      </p:sp>
    </p:spTree>
    <p:extLst>
      <p:ext uri="{BB962C8B-B14F-4D97-AF65-F5344CB8AC3E}">
        <p14:creationId xmlns:p14="http://schemas.microsoft.com/office/powerpoint/2010/main" val="360689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8BAC44-6CFF-5468-1CF1-44BBBC29685A}"/>
              </a:ext>
            </a:extLst>
          </p:cNvPr>
          <p:cNvSpPr txBox="1"/>
          <p:nvPr/>
        </p:nvSpPr>
        <p:spPr>
          <a:xfrm>
            <a:off x="0" y="120402"/>
            <a:ext cx="11821885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bg1"/>
                </a:solidFill>
                <a:highlight>
                  <a:srgbClr val="008080"/>
                </a:highlight>
              </a:rPr>
              <a:t>Troubleshooting Webcam Not Working in Zoom (Working in Camera App)</a:t>
            </a:r>
          </a:p>
          <a:p>
            <a:pPr>
              <a:buNone/>
            </a:pPr>
            <a:endParaRPr lang="en-IN" sz="20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Check App Permissions:</a:t>
            </a:r>
            <a:r>
              <a:rPr lang="en-IN" sz="2400" dirty="0"/>
              <a:t> Go to Windows </a:t>
            </a:r>
            <a:r>
              <a:rPr lang="en-IN" sz="2400" b="1" dirty="0"/>
              <a:t>Settings &gt; Privacy &amp; security &gt; Camera</a:t>
            </a:r>
            <a:r>
              <a:rPr lang="en-IN" sz="2400" dirty="0"/>
              <a:t>, and ensure </a:t>
            </a:r>
            <a:r>
              <a:rPr lang="en-IN" sz="2400" b="1" dirty="0"/>
              <a:t>Let apps access your camera</a:t>
            </a:r>
            <a:r>
              <a:rPr lang="en-IN" sz="2400" dirty="0"/>
              <a:t> is turned </a:t>
            </a:r>
            <a:r>
              <a:rPr lang="en-IN" sz="2400" b="1" dirty="0"/>
              <a:t>On</a:t>
            </a:r>
            <a:r>
              <a:rPr lang="en-IN" sz="2400" dirty="0"/>
              <a:t>, and verify that </a:t>
            </a:r>
            <a:r>
              <a:rPr lang="en-IN" sz="2400" b="1" dirty="0"/>
              <a:t>Zoom</a:t>
            </a:r>
            <a:r>
              <a:rPr lang="en-IN" sz="2400" dirty="0"/>
              <a:t> is allowed in the app list.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400" i="1" dirty="0"/>
              <a:t>Verification:</a:t>
            </a:r>
            <a:r>
              <a:rPr lang="en-IN" sz="2400" dirty="0"/>
              <a:t> Confirm the toggle switch next to Zoom is enabled.</a:t>
            </a:r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Release Conflicting App Locks:</a:t>
            </a:r>
            <a:r>
              <a:rPr lang="en-IN" sz="2400" dirty="0"/>
              <a:t> Close any other background applications (like Skype, Microsoft Teams, or open browser tabs) that might currently be using the webcam feed.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400" i="1" dirty="0"/>
              <a:t>Verification:</a:t>
            </a:r>
            <a:r>
              <a:rPr lang="en-IN" sz="2400" dirty="0"/>
              <a:t> Ensure no other program is actively locking the camera hardware.</a:t>
            </a:r>
          </a:p>
          <a:p>
            <a:pPr marL="742950" lvl="1" indent="-285750">
              <a:buFont typeface="+mj-lt"/>
              <a:buAutoNum type="arabicPeriod"/>
            </a:pP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Configure Zoom Video Settings:</a:t>
            </a:r>
            <a:r>
              <a:rPr lang="en-IN" sz="2400" dirty="0"/>
              <a:t> Open the </a:t>
            </a:r>
            <a:r>
              <a:rPr lang="en-IN" sz="2400" b="1" dirty="0"/>
              <a:t>Zoom</a:t>
            </a:r>
            <a:r>
              <a:rPr lang="en-IN" sz="2400" dirty="0"/>
              <a:t> desktop app, click your profile picture, go to </a:t>
            </a:r>
            <a:r>
              <a:rPr lang="en-IN" sz="2400" b="1" dirty="0"/>
              <a:t>Settings &gt; Video</a:t>
            </a:r>
            <a:r>
              <a:rPr lang="en-IN" sz="2400" dirty="0"/>
              <a:t>, and check the </a:t>
            </a:r>
            <a:r>
              <a:rPr lang="en-IN" sz="2400" b="1" dirty="0"/>
              <a:t>Camera</a:t>
            </a:r>
            <a:r>
              <a:rPr lang="en-IN" sz="2400" dirty="0"/>
              <a:t> drop-down menu to ensure your physical webcam model is selected instead of a disabled or virtual camera option.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400" i="1" dirty="0"/>
              <a:t>Verification:</a:t>
            </a:r>
            <a:r>
              <a:rPr lang="en-IN" sz="2400" dirty="0"/>
              <a:t> Confirm your live video preview displays your image correctly inside Zoom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100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607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2026-10-14T05:24:12Z</dcterms:created>
  <dcterms:modified xsi:type="dcterms:W3CDTF">2026-10-14T05:39:02Z</dcterms:modified>
</cp:coreProperties>
</file>