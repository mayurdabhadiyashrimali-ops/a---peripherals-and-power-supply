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6455E-58F9-7730-D7EF-53362032B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0AF856-675A-D53A-DDB4-459D46BA6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57186-4B37-753D-AFA3-94653304B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6117-0333-4258-9846-9551EB843861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446F1-365C-5B4A-29C9-09ADF0C82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059A3-BA38-37DC-4107-6797F7862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3A63-A93A-4E4F-A00D-5A1483A538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768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50873-8830-9E27-CE3B-343DB6300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B641E-17D3-BBAB-3A34-6B6EEEE82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B914F-A288-9D0A-2D56-A2BE83B4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6117-0333-4258-9846-9551EB843861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C3434-B6A4-FD8C-2025-E9AC274F6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4415D-529A-62D3-76CC-DB05E9597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3A63-A93A-4E4F-A00D-5A1483A538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479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2A8E2-81D1-2D59-F22F-30748C2CC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92A1D-4F38-D849-9D22-906F692D7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AD40C-085C-6886-C5DA-6C5C11EA7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6117-0333-4258-9846-9551EB843861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DB0A4-018E-A741-4209-31872EAEB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CB95E-DC37-FB99-047A-7FE01833D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3A63-A93A-4E4F-A00D-5A1483A538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622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05DAD-F2EC-5DF4-CB87-113610674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BC1B8-D647-4974-0D0C-2496E2C31B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3DA00-25B7-3CEE-67C8-BC6B2D3F5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FD2EE-CC89-6594-089C-2911F448E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6117-0333-4258-9846-9551EB843861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22917-105B-CDFF-7724-0EE47802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B577A-AFAC-5665-586C-C0AEEB487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3A63-A93A-4E4F-A00D-5A1483A538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918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FC7B6-247A-D216-1D7C-1E65DD1FC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AC862-01E3-28F3-8B38-03D5E17E4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69B43-63BC-68E7-3BD8-F176F6E38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AFB1E2-F8D7-0341-4A8B-4DF2488C3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4AA3D6-C381-8311-0471-D49FE26959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7FC75F-9F24-F046-37D2-AC73B65EF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6117-0333-4258-9846-9551EB843861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B9D31A-E8D5-163B-4CA5-56BF82E35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7C9C81-EBA6-14C6-0A85-0AE5A5902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3A63-A93A-4E4F-A00D-5A1483A538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887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13F00-4075-9CBB-DDA6-36BEEE31E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03ECDE-060B-5201-69A6-E1457587F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6117-0333-4258-9846-9551EB843861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FEEE3B-2487-8655-91F0-0312D89FD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37523-FEA8-FB72-F021-640A4CC9D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3A63-A93A-4E4F-A00D-5A1483A538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693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87C196-3EE3-3D1D-57C1-92166167E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6117-0333-4258-9846-9551EB843861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F6A5AA-97BF-C2F1-895C-06DACECC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5ED40-0538-2882-F463-FCA137EC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3A63-A93A-4E4F-A00D-5A1483A538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105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DE2EE-0E31-CDB8-3AFC-7410CAE0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95137-989B-4CDC-FD43-AA40FAFE0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3A65A-6037-B21E-528F-87DDBAC1B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301FB-D948-8F44-CEBA-4261F3F5F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6117-0333-4258-9846-9551EB843861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9FDB8C-F4A9-2D99-D58C-FF243B368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F34F7-CA7D-EFC8-C611-3056A3ED0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3A63-A93A-4E4F-A00D-5A1483A538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781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7A211-5933-296E-2B84-555B7D3CA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39B06E-C9C6-C20B-36DE-56C097A323F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20E599-FF2D-81E8-8B7D-89EDBF88B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2C82B-9CE9-721E-CDBD-B6BD28154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6117-0333-4258-9846-9551EB843861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00B89-73F1-51F5-2E60-48996701A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2B80C-66D9-271A-7897-B51806C26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3A63-A93A-4E4F-A00D-5A1483A538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24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F84F-1772-4675-04C6-97AAC7C93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4AC0AA-1000-1FF6-DCB7-44D61AA08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44D55-F471-8720-F51B-C0AA4CE3F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6117-0333-4258-9846-9551EB843861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CBD40-6B78-C4B3-483C-8DAEAA832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875CD-E253-27C0-DB06-FC57399FF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3A63-A93A-4E4F-A00D-5A1483A538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05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8E4DD6-337A-C444-2BD8-E36817EFED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E5CBAB-063B-CE73-911C-26A2367F6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9D113-6E22-D937-028B-63036A70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6117-0333-4258-9846-9551EB843861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FBA83-6C3B-11C0-66C4-44130B1B4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690DD-FED3-D01F-0C75-ADDAD71D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3A63-A93A-4E4F-A00D-5A1483A538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307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973409-2BE8-9FAE-5F69-CF9822E3E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CA0F5-3F66-DB05-58AC-FEA0BB93C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4DF14-BF3A-A934-39E3-41591FAA4F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9F6117-0333-4258-9846-9551EB843861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E56A5-1403-0F23-748D-CDA2F97E1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1F07A-EA67-79E2-67CB-FDCF56992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9E3A63-A93A-4E4F-A00D-5A1483A538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936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ABF376-9418-136D-B6D9-19695130D5B8}"/>
              </a:ext>
            </a:extLst>
          </p:cNvPr>
          <p:cNvSpPr txBox="1"/>
          <p:nvPr/>
        </p:nvSpPr>
        <p:spPr>
          <a:xfrm>
            <a:off x="478971" y="289679"/>
            <a:ext cx="1122317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highlight>
                  <a:srgbClr val="FFFF00"/>
                </a:highlight>
              </a:rPr>
              <a:t> </a:t>
            </a:r>
            <a:r>
              <a:rPr lang="en-IN" sz="2800" b="1" dirty="0">
                <a:highlight>
                  <a:srgbClr val="FFFF00"/>
                </a:highlight>
              </a:rPr>
              <a:t>Viewing System Information on Windows</a:t>
            </a:r>
          </a:p>
          <a:p>
            <a:pPr>
              <a:buNone/>
            </a:pPr>
            <a:endParaRPr lang="en-IN" sz="2800" b="1" dirty="0"/>
          </a:p>
          <a:p>
            <a:pPr marL="342900" lvl="0" indent="-342900">
              <a:buFont typeface="+mj-lt"/>
              <a:buAutoNum type="arabicPeriod"/>
            </a:pPr>
            <a:r>
              <a:rPr lang="en-IN" sz="2800" b="1" dirty="0"/>
              <a:t>Open System Information:</a:t>
            </a:r>
            <a:r>
              <a:rPr lang="en-IN" sz="2800" dirty="0"/>
              <a:t> Press the Windows Key, type </a:t>
            </a:r>
            <a:r>
              <a:rPr lang="en-IN" sz="2800" b="1" dirty="0"/>
              <a:t>System Information</a:t>
            </a:r>
            <a:r>
              <a:rPr lang="en-IN" sz="2800" dirty="0"/>
              <a:t>, and press Enter.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800" i="1" dirty="0"/>
              <a:t>Verification:</a:t>
            </a:r>
            <a:r>
              <a:rPr lang="en-IN" sz="2800" dirty="0"/>
              <a:t> Confirm the System Information window opens, displaying the </a:t>
            </a:r>
            <a:r>
              <a:rPr lang="en-IN" sz="2800" b="1" dirty="0"/>
              <a:t>System Summary</a:t>
            </a:r>
            <a:r>
              <a:rPr lang="en-IN" sz="2800" dirty="0"/>
              <a:t> node.</a:t>
            </a:r>
          </a:p>
          <a:p>
            <a:pPr marL="742950" lvl="1" indent="-285750">
              <a:buFont typeface="+mj-lt"/>
              <a:buAutoNum type="arabicPeriod"/>
            </a:pPr>
            <a:endParaRPr lang="en-IN" sz="2800" dirty="0"/>
          </a:p>
          <a:p>
            <a:pPr marL="342900" lvl="0" indent="-342900">
              <a:buFont typeface="+mj-lt"/>
              <a:buAutoNum type="arabicPeriod"/>
            </a:pPr>
            <a:r>
              <a:rPr lang="en-IN" sz="2800" b="1" dirty="0"/>
              <a:t>Locate Key Specs:</a:t>
            </a:r>
            <a:r>
              <a:rPr lang="en-IN" sz="2800" dirty="0"/>
              <a:t> Review the right-hand panel to find your </a:t>
            </a:r>
            <a:r>
              <a:rPr lang="en-IN" sz="2800" b="1" dirty="0"/>
              <a:t>OS Name / Version</a:t>
            </a:r>
            <a:r>
              <a:rPr lang="en-IN" sz="2800" dirty="0"/>
              <a:t> (e.g., Windows 11 Home), </a:t>
            </a:r>
            <a:r>
              <a:rPr lang="en-IN" sz="2800" b="1" dirty="0"/>
              <a:t>Processor</a:t>
            </a:r>
            <a:r>
              <a:rPr lang="en-IN" sz="2800" dirty="0"/>
              <a:t> (CPU model), and </a:t>
            </a:r>
            <a:r>
              <a:rPr lang="en-IN" sz="2800" b="1" dirty="0"/>
              <a:t>Installed Physical Memory (RAM)</a:t>
            </a:r>
            <a:r>
              <a:rPr lang="en-IN" sz="28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800" i="1" dirty="0"/>
              <a:t>Verification:</a:t>
            </a:r>
            <a:r>
              <a:rPr lang="en-IN" sz="2800" dirty="0"/>
              <a:t> Note down these values or take a screenshot for your coursework records.</a:t>
            </a:r>
          </a:p>
        </p:txBody>
      </p:sp>
    </p:spTree>
    <p:extLst>
      <p:ext uri="{BB962C8B-B14F-4D97-AF65-F5344CB8AC3E}">
        <p14:creationId xmlns:p14="http://schemas.microsoft.com/office/powerpoint/2010/main" val="71013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454505-FBC0-3BEA-F57F-650A4CA77D49}"/>
              </a:ext>
            </a:extLst>
          </p:cNvPr>
          <p:cNvSpPr txBox="1"/>
          <p:nvPr/>
        </p:nvSpPr>
        <p:spPr>
          <a:xfrm>
            <a:off x="0" y="375201"/>
            <a:ext cx="1207225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highlight>
                  <a:srgbClr val="00FF00"/>
                </a:highlight>
              </a:rPr>
              <a:t>Creating a Bootable Linux USB Drive</a:t>
            </a:r>
          </a:p>
          <a:p>
            <a:pPr>
              <a:buNone/>
            </a:pPr>
            <a:endParaRPr lang="en-IN" sz="2400" b="1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/>
              <a:t>Download an ISO:</a:t>
            </a:r>
            <a:r>
              <a:rPr lang="en-IN" sz="2400" dirty="0"/>
              <a:t> Download an official Linux distribution ISO image (such as </a:t>
            </a:r>
            <a:r>
              <a:rPr lang="en-IN" sz="2400" b="1" dirty="0"/>
              <a:t>Ubuntu</a:t>
            </a:r>
            <a:r>
              <a:rPr lang="en-IN" sz="2400" dirty="0"/>
              <a:t> or </a:t>
            </a:r>
            <a:r>
              <a:rPr lang="en-IN" sz="2400" b="1" dirty="0"/>
              <a:t>Fedora</a:t>
            </a:r>
            <a:r>
              <a:rPr lang="en-IN" sz="2400" dirty="0"/>
              <a:t>) from their official website.</a:t>
            </a:r>
          </a:p>
          <a:p>
            <a:pPr marL="342900" lvl="0" indent="-342900">
              <a:buFont typeface="+mj-lt"/>
              <a:buAutoNum type="arabicPeriod"/>
            </a:pPr>
            <a:endParaRPr lang="en-IN" sz="2400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/>
              <a:t>Prepare a USB Flash Drive:</a:t>
            </a:r>
            <a:r>
              <a:rPr lang="en-IN" sz="2400" dirty="0"/>
              <a:t> Insert an empty USB flash drive (at least 8GB) into your computer. </a:t>
            </a:r>
            <a:r>
              <a:rPr lang="en-IN" sz="2400" i="1" dirty="0"/>
              <a:t>(Note: All existing data on the drive will be erased).</a:t>
            </a:r>
          </a:p>
          <a:p>
            <a:pPr marL="342900" lvl="0" indent="-342900">
              <a:buFont typeface="+mj-lt"/>
              <a:buAutoNum type="arabicPeriod"/>
            </a:pPr>
            <a:endParaRPr lang="en-IN" sz="2400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/>
              <a:t>Flash with Rufus or </a:t>
            </a:r>
            <a:r>
              <a:rPr lang="en-IN" sz="2400" b="1" dirty="0" err="1"/>
              <a:t>BalenaEtcher</a:t>
            </a:r>
            <a:r>
              <a:rPr lang="en-IN" sz="2400" b="1" dirty="0"/>
              <a:t>:</a:t>
            </a:r>
            <a:r>
              <a:rPr lang="en-IN" sz="2400" dirty="0"/>
              <a:t> Download and open </a:t>
            </a:r>
            <a:r>
              <a:rPr lang="en-IN" sz="2400" b="1" dirty="0"/>
              <a:t>Rufus</a:t>
            </a:r>
            <a:r>
              <a:rPr lang="en-IN" sz="2400" dirty="0"/>
              <a:t> (Windows) or </a:t>
            </a:r>
            <a:r>
              <a:rPr lang="en-IN" sz="2400" b="1" dirty="0" err="1"/>
              <a:t>BalenaEtcher</a:t>
            </a:r>
            <a:r>
              <a:rPr lang="en-IN" sz="2400" dirty="0"/>
              <a:t>, select your downloaded Linux ISO file, choose your USB drive as the target, and click </a:t>
            </a:r>
            <a:r>
              <a:rPr lang="en-IN" sz="2400" b="1" dirty="0"/>
              <a:t>Start / Flash</a:t>
            </a:r>
            <a:r>
              <a:rPr lang="en-IN" sz="2400" dirty="0"/>
              <a:t>.</a:t>
            </a:r>
          </a:p>
          <a:p>
            <a:pPr marL="342900" lvl="0" indent="-342900">
              <a:buFont typeface="+mj-lt"/>
              <a:buAutoNum type="arabicPeriod"/>
            </a:pPr>
            <a:endParaRPr lang="en-IN" sz="2400" dirty="0"/>
          </a:p>
          <a:p>
            <a:pPr lvl="1"/>
            <a:r>
              <a:rPr lang="en-IN" sz="2400" i="1" dirty="0"/>
              <a:t>Verification:</a:t>
            </a:r>
            <a:r>
              <a:rPr lang="en-IN" sz="2400" dirty="0"/>
              <a:t> Wait for the progress bar to reach 100% and confirm the application displays a "Complete / Success" notification. </a:t>
            </a:r>
            <a:r>
              <a:rPr lang="en-IN" sz="2400" i="1" dirty="0"/>
              <a:t>(Alternatively, if using a virtual machine like VirtualBox, you can mount the downloaded ISO directly to the VM's optical drive settings).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78515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0F58BD-09A3-3EDC-852A-4E21F03CB1AD}"/>
              </a:ext>
            </a:extLst>
          </p:cNvPr>
          <p:cNvSpPr txBox="1"/>
          <p:nvPr/>
        </p:nvSpPr>
        <p:spPr>
          <a:xfrm>
            <a:off x="76199" y="228600"/>
            <a:ext cx="11996057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highlight>
                  <a:srgbClr val="00FFFF"/>
                </a:highlight>
              </a:rPr>
              <a:t>Adjusting Settings on macOS (or macOS Virtual Machine)</a:t>
            </a:r>
          </a:p>
          <a:p>
            <a:pPr>
              <a:buNone/>
            </a:pPr>
            <a:endParaRPr lang="en-IN" sz="2800" b="1" dirty="0"/>
          </a:p>
          <a:p>
            <a:pPr marL="342900" lvl="0" indent="-342900">
              <a:buFont typeface="+mj-lt"/>
              <a:buAutoNum type="arabicPeriod"/>
            </a:pPr>
            <a:r>
              <a:rPr lang="en-IN" sz="2800" b="1" dirty="0"/>
              <a:t>Open System Settings:</a:t>
            </a:r>
            <a:r>
              <a:rPr lang="en-IN" sz="2800" dirty="0"/>
              <a:t> Click the Apple logo in the top-left corner and open </a:t>
            </a:r>
            <a:r>
              <a:rPr lang="en-IN" sz="2800" b="1" dirty="0"/>
              <a:t>System Settings</a:t>
            </a:r>
            <a:r>
              <a:rPr lang="en-IN" sz="2800" dirty="0"/>
              <a:t> (or System Preferences).</a:t>
            </a:r>
          </a:p>
          <a:p>
            <a:pPr marL="342900" lvl="0" indent="-342900">
              <a:buFont typeface="+mj-lt"/>
              <a:buAutoNum type="arabicPeriod"/>
            </a:pPr>
            <a:endParaRPr lang="en-IN" sz="2800" dirty="0"/>
          </a:p>
          <a:p>
            <a:pPr marL="342900" lvl="0" indent="-342900">
              <a:buFont typeface="+mj-lt"/>
              <a:buAutoNum type="arabicPeriod"/>
            </a:pPr>
            <a:r>
              <a:rPr lang="en-IN" sz="2800" b="1" dirty="0"/>
              <a:t>Change Wallpaper:</a:t>
            </a:r>
            <a:r>
              <a:rPr lang="en-IN" sz="2800" dirty="0"/>
              <a:t> Navigate to the </a:t>
            </a:r>
            <a:r>
              <a:rPr lang="en-IN" sz="2800" b="1" dirty="0"/>
              <a:t>Wallpaper</a:t>
            </a:r>
            <a:r>
              <a:rPr lang="en-IN" sz="2800" dirty="0"/>
              <a:t> section and select a new desktop background image.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800" i="1" dirty="0"/>
              <a:t>Verification:</a:t>
            </a:r>
            <a:r>
              <a:rPr lang="en-IN" sz="2800" dirty="0"/>
              <a:t> Confirm the desktop background changes immediately.</a:t>
            </a:r>
          </a:p>
          <a:p>
            <a:pPr marL="742950" lvl="1" indent="-285750">
              <a:buFont typeface="+mj-lt"/>
              <a:buAutoNum type="arabicPeriod"/>
            </a:pPr>
            <a:endParaRPr lang="en-IN" sz="2800" dirty="0"/>
          </a:p>
          <a:p>
            <a:pPr marL="342900" lvl="0" indent="-342900">
              <a:buFont typeface="+mj-lt"/>
              <a:buAutoNum type="arabicPeriod"/>
            </a:pPr>
            <a:r>
              <a:rPr lang="en-IN" sz="2800" b="1" dirty="0"/>
              <a:t>Change System Language:</a:t>
            </a:r>
            <a:r>
              <a:rPr lang="en-IN" sz="2800" dirty="0"/>
              <a:t> Go to </a:t>
            </a:r>
            <a:r>
              <a:rPr lang="en-IN" sz="2800" b="1" dirty="0"/>
              <a:t>General &gt; Language &amp; Region</a:t>
            </a:r>
            <a:r>
              <a:rPr lang="en-IN" sz="2800" dirty="0"/>
              <a:t>, click the </a:t>
            </a:r>
            <a:r>
              <a:rPr lang="en-IN" sz="2800" b="1" dirty="0"/>
              <a:t>+</a:t>
            </a:r>
            <a:r>
              <a:rPr lang="en-IN" sz="2800" dirty="0"/>
              <a:t> (Add) button, select </a:t>
            </a:r>
            <a:r>
              <a:rPr lang="en-IN" sz="2800" b="1" dirty="0"/>
              <a:t>Hindi</a:t>
            </a:r>
            <a:r>
              <a:rPr lang="en-IN" sz="2800" dirty="0"/>
              <a:t> or </a:t>
            </a:r>
            <a:r>
              <a:rPr lang="en-IN" sz="2800" b="1" dirty="0"/>
              <a:t>Gujarati</a:t>
            </a:r>
            <a:r>
              <a:rPr lang="en-IN" sz="2800" dirty="0"/>
              <a:t>, and set it as your primary system language when prompted.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800" i="1" dirty="0"/>
              <a:t>Verification:</a:t>
            </a:r>
            <a:r>
              <a:rPr lang="en-IN" sz="2800" dirty="0"/>
              <a:t> Confirm that system menus and window labels update to the newly selected language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9745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08259E-4B61-611B-8F16-989B6C77E2A4}"/>
              </a:ext>
            </a:extLst>
          </p:cNvPr>
          <p:cNvSpPr txBox="1"/>
          <p:nvPr/>
        </p:nvSpPr>
        <p:spPr>
          <a:xfrm>
            <a:off x="424543" y="130629"/>
            <a:ext cx="11691257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bg1"/>
                </a:solidFill>
                <a:highlight>
                  <a:srgbClr val="800080"/>
                </a:highlight>
              </a:rPr>
              <a:t>Installing Ubuntu Linux and Creating User 'gamer’</a:t>
            </a:r>
          </a:p>
          <a:p>
            <a:pPr>
              <a:buNone/>
            </a:pPr>
            <a:endParaRPr lang="en-IN" sz="2400" b="1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/>
              <a:t>Run Installer:</a:t>
            </a:r>
            <a:r>
              <a:rPr lang="en-IN" sz="2400" dirty="0"/>
              <a:t> Boot your PC or virtual machine using the Ubuntu installation media and follow the on-screen setup prompts (select language, keyboard layout, and normal/minimal installation).</a:t>
            </a:r>
          </a:p>
          <a:p>
            <a:pPr marL="342900" lvl="0" indent="-342900">
              <a:buFont typeface="+mj-lt"/>
              <a:buAutoNum type="arabicPeriod"/>
            </a:pPr>
            <a:endParaRPr lang="en-IN" sz="2400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/>
              <a:t>Create User Account:</a:t>
            </a:r>
            <a:r>
              <a:rPr lang="en-IN" sz="2400" dirty="0"/>
              <a:t> During the "Who are you?" setup screen, enter your name, choose a computer name, and explicitly set the username to </a:t>
            </a:r>
            <a:r>
              <a:rPr lang="en-IN" sz="2400" b="1" dirty="0">
                <a:latin typeface="+mn-lt"/>
              </a:rPr>
              <a:t>gamer</a:t>
            </a:r>
            <a:r>
              <a:rPr lang="en-IN" sz="2400" dirty="0"/>
              <a:t>, followed by a secure password.</a:t>
            </a:r>
          </a:p>
          <a:p>
            <a:pPr marL="342900" lvl="0" indent="-342900">
              <a:buFont typeface="+mj-lt"/>
              <a:buAutoNum type="arabicPeriod"/>
            </a:pPr>
            <a:endParaRPr lang="en-IN" sz="2400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/>
              <a:t>Configure Automatic Login:</a:t>
            </a:r>
            <a:r>
              <a:rPr lang="en-IN" sz="2400" dirty="0"/>
              <a:t> On the user setup screen, select the option for </a:t>
            </a:r>
            <a:r>
              <a:rPr lang="en-IN" sz="2400" b="1" dirty="0"/>
              <a:t>"Log in automatically"</a:t>
            </a:r>
            <a:r>
              <a:rPr lang="en-IN" sz="2400" dirty="0"/>
              <a:t>.</a:t>
            </a:r>
          </a:p>
          <a:p>
            <a:pPr marL="342900" lvl="0" indent="-342900">
              <a:buFont typeface="+mj-lt"/>
              <a:buAutoNum type="arabicPeriod"/>
            </a:pPr>
            <a:endParaRPr lang="en-IN" sz="2400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/>
              <a:t>Complete Installation:</a:t>
            </a:r>
            <a:r>
              <a:rPr lang="en-IN" sz="2400" dirty="0"/>
              <a:t> Finish the remaining copy and configuration steps, then reboot the system when prompted.</a:t>
            </a:r>
          </a:p>
          <a:p>
            <a:pPr marL="342900" lvl="0" indent="-342900">
              <a:buFont typeface="+mj-lt"/>
              <a:buAutoNum type="arabicPeriod"/>
            </a:pPr>
            <a:endParaRPr lang="en-IN" sz="2400" dirty="0"/>
          </a:p>
          <a:p>
            <a:pPr lvl="1"/>
            <a:r>
              <a:rPr lang="en-IN" sz="2400" i="1" dirty="0"/>
              <a:t>Verification:</a:t>
            </a:r>
            <a:r>
              <a:rPr lang="en-IN" sz="2400" dirty="0"/>
              <a:t> Upon reboot, verify that the login screen loads straight into the desktop or welcomes user </a:t>
            </a:r>
            <a:r>
              <a:rPr lang="en-IN" sz="2400" dirty="0">
                <a:latin typeface="+mn-lt"/>
              </a:rPr>
              <a:t>gamer</a:t>
            </a:r>
            <a:r>
              <a:rPr lang="en-IN" sz="2400" dirty="0"/>
              <a:t> without requiring a password prompt.</a:t>
            </a:r>
          </a:p>
        </p:txBody>
      </p:sp>
    </p:spTree>
    <p:extLst>
      <p:ext uri="{BB962C8B-B14F-4D97-AF65-F5344CB8AC3E}">
        <p14:creationId xmlns:p14="http://schemas.microsoft.com/office/powerpoint/2010/main" val="1954093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29A776-1996-3D7E-741B-41B5EE7AA9AB}"/>
              </a:ext>
            </a:extLst>
          </p:cNvPr>
          <p:cNvSpPr txBox="1"/>
          <p:nvPr/>
        </p:nvSpPr>
        <p:spPr>
          <a:xfrm>
            <a:off x="0" y="0"/>
            <a:ext cx="121158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solidFill>
                  <a:schemeClr val="bg1"/>
                </a:solidFill>
                <a:highlight>
                  <a:srgbClr val="000080"/>
                </a:highlight>
              </a:rPr>
              <a:t>Step-by-Step Guide for Installing Windows 10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Phase 1: Preparation &amp; Booting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 dirty="0"/>
              <a:t>Create a bootable Windows 10 USB using the official Microsoft Media Creation Tool.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 dirty="0"/>
              <a:t>Insert the USB, restart your PC, and tap your boot menu key (F12, F11, or Esc depending on the motherboard) to boot from the USB drive.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i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Phase 2: Partitioning &amp; Installation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 dirty="0"/>
              <a:t>Select your language and click </a:t>
            </a:r>
            <a:r>
              <a:rPr lang="en-IN" b="1" i="1" dirty="0"/>
              <a:t>Install Now</a:t>
            </a:r>
            <a:r>
              <a:rPr lang="en-IN" i="1" dirty="0"/>
              <a:t>. Enter your product key (or click "I don't have a product key" to activate later).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 dirty="0"/>
              <a:t>Choose </a:t>
            </a:r>
            <a:r>
              <a:rPr lang="en-IN" b="1" i="1" dirty="0"/>
              <a:t>Custom: Install Windows only (advanced)</a:t>
            </a:r>
            <a:r>
              <a:rPr lang="en-IN" i="1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 dirty="0"/>
              <a:t>Partitioning Tip: Delete existing partitions on your primary drive until it shows as "Unallocated Space", select it, and click </a:t>
            </a:r>
            <a:r>
              <a:rPr lang="en-IN" b="1" i="1" dirty="0"/>
              <a:t>New</a:t>
            </a:r>
            <a:r>
              <a:rPr lang="en-IN" i="1" dirty="0"/>
              <a:t> (or let Windows auto-partition by clicking Next).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 dirty="0"/>
              <a:t>Wait for files to copy and the system to automatically reboot.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Phase 3: Post-Installation Settings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Privacy Settings:</a:t>
            </a:r>
            <a:r>
              <a:rPr lang="en-IN" dirty="0"/>
              <a:t> </a:t>
            </a:r>
            <a:r>
              <a:rPr lang="en-IN" i="1" dirty="0"/>
              <a:t>During the Out-Of-Box Experience (OOBE), disable unnecessary telemetry toggles (such as diagnostic data, location tracking, and targeted ads) for better privacy.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Updates</a:t>
            </a:r>
            <a:r>
              <a:rPr lang="en-IN" b="1" i="1" dirty="0"/>
              <a:t>:</a:t>
            </a:r>
            <a:r>
              <a:rPr lang="en-IN" i="1" dirty="0"/>
              <a:t> Immediately connect to the internet, open </a:t>
            </a:r>
            <a:r>
              <a:rPr lang="en-IN" b="1" i="1" dirty="0"/>
              <a:t>Settings &gt; Update &amp; Security &gt; Windows Update</a:t>
            </a:r>
            <a:r>
              <a:rPr lang="en-IN" i="1" dirty="0"/>
              <a:t>, and check for updates to download the latest security patches and hardware drivers.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i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Unclear / Missing Steps in Standard Guides:</a:t>
            </a:r>
            <a:r>
              <a:rPr lang="en-IN" dirty="0"/>
              <a:t> </a:t>
            </a:r>
            <a:r>
              <a:rPr lang="en-IN" i="1" dirty="0"/>
              <a:t>Many general guides skip mentioning that legacy BIOS systems require switching partition styles from GPT to MBR (or vice versa via Rufus) if the installer throws a "Windows cannot be installed to this disk" error.</a:t>
            </a:r>
          </a:p>
        </p:txBody>
      </p:sp>
    </p:spTree>
    <p:extLst>
      <p:ext uri="{BB962C8B-B14F-4D97-AF65-F5344CB8AC3E}">
        <p14:creationId xmlns:p14="http://schemas.microsoft.com/office/powerpoint/2010/main" val="1610526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748</Words>
  <Application>Microsoft Office PowerPoint</Application>
  <PresentationFormat>Widescreen</PresentationFormat>
  <Paragraphs>52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Mayur shrimali</dc:creator>
  <cp:lastModifiedBy>Mayur shrimali</cp:lastModifiedBy>
  <cp:revision>1</cp:revision>
  <dcterms:created xsi:type="dcterms:W3CDTF">2026-10-14T05:40:47Z</dcterms:created>
  <dcterms:modified xsi:type="dcterms:W3CDTF">2026-10-14T05:48:59Z</dcterms:modified>
</cp:coreProperties>
</file>