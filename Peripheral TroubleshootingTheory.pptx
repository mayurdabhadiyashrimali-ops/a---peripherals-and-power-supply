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21551900" cy="108172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5" d="100"/>
          <a:sy n="45" d="100"/>
        </p:scale>
        <p:origin x="802"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93988" y="1770320"/>
            <a:ext cx="16163925" cy="3765997"/>
          </a:xfrm>
        </p:spPr>
        <p:txBody>
          <a:bodyPr anchor="b"/>
          <a:lstStyle>
            <a:lvl1pPr algn="ctr">
              <a:defRPr sz="9464"/>
            </a:lvl1pPr>
          </a:lstStyle>
          <a:p>
            <a:r>
              <a:rPr lang="en-US"/>
              <a:t>Click to edit Master title style</a:t>
            </a:r>
            <a:endParaRPr lang="en-US" dirty="0"/>
          </a:p>
        </p:txBody>
      </p:sp>
      <p:sp>
        <p:nvSpPr>
          <p:cNvPr id="3" name="Subtitle 2"/>
          <p:cNvSpPr>
            <a:spLocks noGrp="1"/>
          </p:cNvSpPr>
          <p:nvPr>
            <p:ph type="subTitle" idx="1"/>
          </p:nvPr>
        </p:nvSpPr>
        <p:spPr>
          <a:xfrm>
            <a:off x="2693988" y="5681548"/>
            <a:ext cx="16163925" cy="2611658"/>
          </a:xfrm>
        </p:spPr>
        <p:txBody>
          <a:bodyPr/>
          <a:lstStyle>
            <a:lvl1pPr marL="0" indent="0" algn="ctr">
              <a:buNone/>
              <a:defRPr sz="3786"/>
            </a:lvl1pPr>
            <a:lvl2pPr marL="721142" indent="0" algn="ctr">
              <a:buNone/>
              <a:defRPr sz="3155"/>
            </a:lvl2pPr>
            <a:lvl3pPr marL="1442283" indent="0" algn="ctr">
              <a:buNone/>
              <a:defRPr sz="2839"/>
            </a:lvl3pPr>
            <a:lvl4pPr marL="2163425" indent="0" algn="ctr">
              <a:buNone/>
              <a:defRPr sz="2524"/>
            </a:lvl4pPr>
            <a:lvl5pPr marL="2884566" indent="0" algn="ctr">
              <a:buNone/>
              <a:defRPr sz="2524"/>
            </a:lvl5pPr>
            <a:lvl6pPr marL="3605708" indent="0" algn="ctr">
              <a:buNone/>
              <a:defRPr sz="2524"/>
            </a:lvl6pPr>
            <a:lvl7pPr marL="4326849" indent="0" algn="ctr">
              <a:buNone/>
              <a:defRPr sz="2524"/>
            </a:lvl7pPr>
            <a:lvl8pPr marL="5047991" indent="0" algn="ctr">
              <a:buNone/>
              <a:defRPr sz="2524"/>
            </a:lvl8pPr>
            <a:lvl9pPr marL="5769132" indent="0" algn="ctr">
              <a:buNone/>
              <a:defRPr sz="252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F79D3FA-E1F6-4B19-860D-8230031670A9}"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D0D5B5-5224-4FB8-8192-789AFC4CCAFC}" type="slidenum">
              <a:rPr lang="en-IN" smtClean="0"/>
              <a:t>‹#›</a:t>
            </a:fld>
            <a:endParaRPr lang="en-IN"/>
          </a:p>
        </p:txBody>
      </p:sp>
    </p:spTree>
    <p:extLst>
      <p:ext uri="{BB962C8B-B14F-4D97-AF65-F5344CB8AC3E}">
        <p14:creationId xmlns:p14="http://schemas.microsoft.com/office/powerpoint/2010/main" val="1443356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79D3FA-E1F6-4B19-860D-8230031670A9}"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D0D5B5-5224-4FB8-8192-789AFC4CCAFC}" type="slidenum">
              <a:rPr lang="en-IN" smtClean="0"/>
              <a:t>‹#›</a:t>
            </a:fld>
            <a:endParaRPr lang="en-IN"/>
          </a:p>
        </p:txBody>
      </p:sp>
    </p:spTree>
    <p:extLst>
      <p:ext uri="{BB962C8B-B14F-4D97-AF65-F5344CB8AC3E}">
        <p14:creationId xmlns:p14="http://schemas.microsoft.com/office/powerpoint/2010/main" val="455133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0468" y="2696796"/>
            <a:ext cx="18588514" cy="4499664"/>
          </a:xfrm>
        </p:spPr>
        <p:txBody>
          <a:bodyPr anchor="b"/>
          <a:lstStyle>
            <a:lvl1pPr>
              <a:defRPr sz="9464"/>
            </a:lvl1pPr>
          </a:lstStyle>
          <a:p>
            <a:r>
              <a:rPr lang="en-US"/>
              <a:t>Click to edit Master title style</a:t>
            </a:r>
            <a:endParaRPr lang="en-US" dirty="0"/>
          </a:p>
        </p:txBody>
      </p:sp>
      <p:sp>
        <p:nvSpPr>
          <p:cNvPr id="3" name="Text Placeholder 2"/>
          <p:cNvSpPr>
            <a:spLocks noGrp="1"/>
          </p:cNvSpPr>
          <p:nvPr>
            <p:ph type="body" idx="1"/>
          </p:nvPr>
        </p:nvSpPr>
        <p:spPr>
          <a:xfrm>
            <a:off x="1470468" y="7239029"/>
            <a:ext cx="18588514" cy="2366267"/>
          </a:xfrm>
        </p:spPr>
        <p:txBody>
          <a:bodyPr/>
          <a:lstStyle>
            <a:lvl1pPr marL="0" indent="0">
              <a:buNone/>
              <a:defRPr sz="3786">
                <a:solidFill>
                  <a:schemeClr val="tx1">
                    <a:tint val="82000"/>
                  </a:schemeClr>
                </a:solidFill>
              </a:defRPr>
            </a:lvl1pPr>
            <a:lvl2pPr marL="721142" indent="0">
              <a:buNone/>
              <a:defRPr sz="3155">
                <a:solidFill>
                  <a:schemeClr val="tx1">
                    <a:tint val="82000"/>
                  </a:schemeClr>
                </a:solidFill>
              </a:defRPr>
            </a:lvl2pPr>
            <a:lvl3pPr marL="1442283" indent="0">
              <a:buNone/>
              <a:defRPr sz="2839">
                <a:solidFill>
                  <a:schemeClr val="tx1">
                    <a:tint val="82000"/>
                  </a:schemeClr>
                </a:solidFill>
              </a:defRPr>
            </a:lvl3pPr>
            <a:lvl4pPr marL="2163425" indent="0">
              <a:buNone/>
              <a:defRPr sz="2524">
                <a:solidFill>
                  <a:schemeClr val="tx1">
                    <a:tint val="82000"/>
                  </a:schemeClr>
                </a:solidFill>
              </a:defRPr>
            </a:lvl4pPr>
            <a:lvl5pPr marL="2884566" indent="0">
              <a:buNone/>
              <a:defRPr sz="2524">
                <a:solidFill>
                  <a:schemeClr val="tx1">
                    <a:tint val="82000"/>
                  </a:schemeClr>
                </a:solidFill>
              </a:defRPr>
            </a:lvl5pPr>
            <a:lvl6pPr marL="3605708" indent="0">
              <a:buNone/>
              <a:defRPr sz="2524">
                <a:solidFill>
                  <a:schemeClr val="tx1">
                    <a:tint val="82000"/>
                  </a:schemeClr>
                </a:solidFill>
              </a:defRPr>
            </a:lvl6pPr>
            <a:lvl7pPr marL="4326849" indent="0">
              <a:buNone/>
              <a:defRPr sz="2524">
                <a:solidFill>
                  <a:schemeClr val="tx1">
                    <a:tint val="82000"/>
                  </a:schemeClr>
                </a:solidFill>
              </a:defRPr>
            </a:lvl7pPr>
            <a:lvl8pPr marL="5047991" indent="0">
              <a:buNone/>
              <a:defRPr sz="2524">
                <a:solidFill>
                  <a:schemeClr val="tx1">
                    <a:tint val="82000"/>
                  </a:schemeClr>
                </a:solidFill>
              </a:defRPr>
            </a:lvl8pPr>
            <a:lvl9pPr marL="5769132" indent="0">
              <a:buNone/>
              <a:defRPr sz="2524">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79D3FA-E1F6-4B19-860D-8230031670A9}"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D0D5B5-5224-4FB8-8192-789AFC4CCAFC}" type="slidenum">
              <a:rPr lang="en-IN" smtClean="0"/>
              <a:t>‹#›</a:t>
            </a:fld>
            <a:endParaRPr lang="en-IN"/>
          </a:p>
        </p:txBody>
      </p:sp>
    </p:spTree>
    <p:extLst>
      <p:ext uri="{BB962C8B-B14F-4D97-AF65-F5344CB8AC3E}">
        <p14:creationId xmlns:p14="http://schemas.microsoft.com/office/powerpoint/2010/main" val="2419847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1693" y="2879585"/>
            <a:ext cx="9159558" cy="68634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10649" y="2879585"/>
            <a:ext cx="9159558" cy="68634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F79D3FA-E1F6-4B19-860D-8230031670A9}" type="datetimeFigureOut">
              <a:rPr lang="en-IN" smtClean="0"/>
              <a:t>14-10-2026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D0D5B5-5224-4FB8-8192-789AFC4CCAFC}" type="slidenum">
              <a:rPr lang="en-IN" smtClean="0"/>
              <a:t>‹#›</a:t>
            </a:fld>
            <a:endParaRPr lang="en-IN"/>
          </a:p>
        </p:txBody>
      </p:sp>
    </p:spTree>
    <p:extLst>
      <p:ext uri="{BB962C8B-B14F-4D97-AF65-F5344CB8AC3E}">
        <p14:creationId xmlns:p14="http://schemas.microsoft.com/office/powerpoint/2010/main" val="2834994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4500" y="575918"/>
            <a:ext cx="18588514" cy="209083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4501" y="2651723"/>
            <a:ext cx="9117463" cy="1299569"/>
          </a:xfrm>
        </p:spPr>
        <p:txBody>
          <a:bodyPr anchor="b"/>
          <a:lstStyle>
            <a:lvl1pPr marL="0" indent="0">
              <a:buNone/>
              <a:defRPr sz="3786" b="1"/>
            </a:lvl1pPr>
            <a:lvl2pPr marL="721142" indent="0">
              <a:buNone/>
              <a:defRPr sz="3155" b="1"/>
            </a:lvl2pPr>
            <a:lvl3pPr marL="1442283" indent="0">
              <a:buNone/>
              <a:defRPr sz="2839" b="1"/>
            </a:lvl3pPr>
            <a:lvl4pPr marL="2163425" indent="0">
              <a:buNone/>
              <a:defRPr sz="2524" b="1"/>
            </a:lvl4pPr>
            <a:lvl5pPr marL="2884566" indent="0">
              <a:buNone/>
              <a:defRPr sz="2524" b="1"/>
            </a:lvl5pPr>
            <a:lvl6pPr marL="3605708" indent="0">
              <a:buNone/>
              <a:defRPr sz="2524" b="1"/>
            </a:lvl6pPr>
            <a:lvl7pPr marL="4326849" indent="0">
              <a:buNone/>
              <a:defRPr sz="2524" b="1"/>
            </a:lvl7pPr>
            <a:lvl8pPr marL="5047991" indent="0">
              <a:buNone/>
              <a:defRPr sz="2524" b="1"/>
            </a:lvl8pPr>
            <a:lvl9pPr marL="5769132" indent="0">
              <a:buNone/>
              <a:defRPr sz="2524" b="1"/>
            </a:lvl9pPr>
          </a:lstStyle>
          <a:p>
            <a:pPr lvl="0"/>
            <a:r>
              <a:rPr lang="en-US"/>
              <a:t>Click to edit Master text styles</a:t>
            </a:r>
          </a:p>
        </p:txBody>
      </p:sp>
      <p:sp>
        <p:nvSpPr>
          <p:cNvPr id="4" name="Content Placeholder 3"/>
          <p:cNvSpPr>
            <a:spLocks noGrp="1"/>
          </p:cNvSpPr>
          <p:nvPr>
            <p:ph sz="half" idx="2"/>
          </p:nvPr>
        </p:nvSpPr>
        <p:spPr>
          <a:xfrm>
            <a:off x="1484501" y="3951292"/>
            <a:ext cx="9117463" cy="58117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10649" y="2651723"/>
            <a:ext cx="9162365" cy="1299569"/>
          </a:xfrm>
        </p:spPr>
        <p:txBody>
          <a:bodyPr anchor="b"/>
          <a:lstStyle>
            <a:lvl1pPr marL="0" indent="0">
              <a:buNone/>
              <a:defRPr sz="3786" b="1"/>
            </a:lvl1pPr>
            <a:lvl2pPr marL="721142" indent="0">
              <a:buNone/>
              <a:defRPr sz="3155" b="1"/>
            </a:lvl2pPr>
            <a:lvl3pPr marL="1442283" indent="0">
              <a:buNone/>
              <a:defRPr sz="2839" b="1"/>
            </a:lvl3pPr>
            <a:lvl4pPr marL="2163425" indent="0">
              <a:buNone/>
              <a:defRPr sz="2524" b="1"/>
            </a:lvl4pPr>
            <a:lvl5pPr marL="2884566" indent="0">
              <a:buNone/>
              <a:defRPr sz="2524" b="1"/>
            </a:lvl5pPr>
            <a:lvl6pPr marL="3605708" indent="0">
              <a:buNone/>
              <a:defRPr sz="2524" b="1"/>
            </a:lvl6pPr>
            <a:lvl7pPr marL="4326849" indent="0">
              <a:buNone/>
              <a:defRPr sz="2524" b="1"/>
            </a:lvl7pPr>
            <a:lvl8pPr marL="5047991" indent="0">
              <a:buNone/>
              <a:defRPr sz="2524" b="1"/>
            </a:lvl8pPr>
            <a:lvl9pPr marL="5769132" indent="0">
              <a:buNone/>
              <a:defRPr sz="2524" b="1"/>
            </a:lvl9pPr>
          </a:lstStyle>
          <a:p>
            <a:pPr lvl="0"/>
            <a:r>
              <a:rPr lang="en-US"/>
              <a:t>Click to edit Master text styles</a:t>
            </a:r>
          </a:p>
        </p:txBody>
      </p:sp>
      <p:sp>
        <p:nvSpPr>
          <p:cNvPr id="6" name="Content Placeholder 5"/>
          <p:cNvSpPr>
            <a:spLocks noGrp="1"/>
          </p:cNvSpPr>
          <p:nvPr>
            <p:ph sz="quarter" idx="4"/>
          </p:nvPr>
        </p:nvSpPr>
        <p:spPr>
          <a:xfrm>
            <a:off x="10910649" y="3951292"/>
            <a:ext cx="9162365" cy="58117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F79D3FA-E1F6-4B19-860D-8230031670A9}" type="datetimeFigureOut">
              <a:rPr lang="en-IN" smtClean="0"/>
              <a:t>14-10-2026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ED0D5B5-5224-4FB8-8192-789AFC4CCAFC}" type="slidenum">
              <a:rPr lang="en-IN" smtClean="0"/>
              <a:t>‹#›</a:t>
            </a:fld>
            <a:endParaRPr lang="en-IN"/>
          </a:p>
        </p:txBody>
      </p:sp>
    </p:spTree>
    <p:extLst>
      <p:ext uri="{BB962C8B-B14F-4D97-AF65-F5344CB8AC3E}">
        <p14:creationId xmlns:p14="http://schemas.microsoft.com/office/powerpoint/2010/main" val="359106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F79D3FA-E1F6-4B19-860D-8230031670A9}" type="datetimeFigureOut">
              <a:rPr lang="en-IN" smtClean="0"/>
              <a:t>14-10-2026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ED0D5B5-5224-4FB8-8192-789AFC4CCAFC}" type="slidenum">
              <a:rPr lang="en-IN" smtClean="0"/>
              <a:t>‹#›</a:t>
            </a:fld>
            <a:endParaRPr lang="en-IN"/>
          </a:p>
        </p:txBody>
      </p:sp>
    </p:spTree>
    <p:extLst>
      <p:ext uri="{BB962C8B-B14F-4D97-AF65-F5344CB8AC3E}">
        <p14:creationId xmlns:p14="http://schemas.microsoft.com/office/powerpoint/2010/main" val="4186679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79D3FA-E1F6-4B19-860D-8230031670A9}" type="datetimeFigureOut">
              <a:rPr lang="en-IN" smtClean="0"/>
              <a:t>14-10-2026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ED0D5B5-5224-4FB8-8192-789AFC4CCAFC}" type="slidenum">
              <a:rPr lang="en-IN" smtClean="0"/>
              <a:t>‹#›</a:t>
            </a:fld>
            <a:endParaRPr lang="en-IN"/>
          </a:p>
        </p:txBody>
      </p:sp>
    </p:spTree>
    <p:extLst>
      <p:ext uri="{BB962C8B-B14F-4D97-AF65-F5344CB8AC3E}">
        <p14:creationId xmlns:p14="http://schemas.microsoft.com/office/powerpoint/2010/main" val="318289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501" y="721148"/>
            <a:ext cx="6951048" cy="2524019"/>
          </a:xfrm>
        </p:spPr>
        <p:txBody>
          <a:bodyPr anchor="b"/>
          <a:lstStyle>
            <a:lvl1pPr>
              <a:defRPr sz="5047"/>
            </a:lvl1pPr>
          </a:lstStyle>
          <a:p>
            <a:r>
              <a:rPr lang="en-US"/>
              <a:t>Click to edit Master title style</a:t>
            </a:r>
            <a:endParaRPr lang="en-US" dirty="0"/>
          </a:p>
        </p:txBody>
      </p:sp>
      <p:sp>
        <p:nvSpPr>
          <p:cNvPr id="3" name="Content Placeholder 2"/>
          <p:cNvSpPr>
            <a:spLocks noGrp="1"/>
          </p:cNvSpPr>
          <p:nvPr>
            <p:ph idx="1"/>
          </p:nvPr>
        </p:nvSpPr>
        <p:spPr>
          <a:xfrm>
            <a:off x="9162365" y="1557481"/>
            <a:ext cx="10910649" cy="7687241"/>
          </a:xfrm>
        </p:spPr>
        <p:txBody>
          <a:bodyPr/>
          <a:lstStyle>
            <a:lvl1pPr>
              <a:defRPr sz="5047"/>
            </a:lvl1pPr>
            <a:lvl2pPr>
              <a:defRPr sz="4416"/>
            </a:lvl2pPr>
            <a:lvl3pPr>
              <a:defRPr sz="3786"/>
            </a:lvl3pPr>
            <a:lvl4pPr>
              <a:defRPr sz="3155"/>
            </a:lvl4pPr>
            <a:lvl5pPr>
              <a:defRPr sz="3155"/>
            </a:lvl5pPr>
            <a:lvl6pPr>
              <a:defRPr sz="3155"/>
            </a:lvl6pPr>
            <a:lvl7pPr>
              <a:defRPr sz="3155"/>
            </a:lvl7pPr>
            <a:lvl8pPr>
              <a:defRPr sz="3155"/>
            </a:lvl8pPr>
            <a:lvl9pPr>
              <a:defRPr sz="315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501" y="3245168"/>
            <a:ext cx="6951048" cy="6012074"/>
          </a:xfrm>
        </p:spPr>
        <p:txBody>
          <a:bodyPr/>
          <a:lstStyle>
            <a:lvl1pPr marL="0" indent="0">
              <a:buNone/>
              <a:defRPr sz="2524"/>
            </a:lvl1pPr>
            <a:lvl2pPr marL="721142" indent="0">
              <a:buNone/>
              <a:defRPr sz="2208"/>
            </a:lvl2pPr>
            <a:lvl3pPr marL="1442283" indent="0">
              <a:buNone/>
              <a:defRPr sz="1893"/>
            </a:lvl3pPr>
            <a:lvl4pPr marL="2163425" indent="0">
              <a:buNone/>
              <a:defRPr sz="1577"/>
            </a:lvl4pPr>
            <a:lvl5pPr marL="2884566" indent="0">
              <a:buNone/>
              <a:defRPr sz="1577"/>
            </a:lvl5pPr>
            <a:lvl6pPr marL="3605708" indent="0">
              <a:buNone/>
              <a:defRPr sz="1577"/>
            </a:lvl6pPr>
            <a:lvl7pPr marL="4326849" indent="0">
              <a:buNone/>
              <a:defRPr sz="1577"/>
            </a:lvl7pPr>
            <a:lvl8pPr marL="5047991" indent="0">
              <a:buNone/>
              <a:defRPr sz="1577"/>
            </a:lvl8pPr>
            <a:lvl9pPr marL="5769132" indent="0">
              <a:buNone/>
              <a:defRPr sz="1577"/>
            </a:lvl9pPr>
          </a:lstStyle>
          <a:p>
            <a:pPr lvl="0"/>
            <a:r>
              <a:rPr lang="en-US"/>
              <a:t>Click to edit Master text styles</a:t>
            </a:r>
          </a:p>
        </p:txBody>
      </p:sp>
      <p:sp>
        <p:nvSpPr>
          <p:cNvPr id="5" name="Date Placeholder 4"/>
          <p:cNvSpPr>
            <a:spLocks noGrp="1"/>
          </p:cNvSpPr>
          <p:nvPr>
            <p:ph type="dt" sz="half" idx="10"/>
          </p:nvPr>
        </p:nvSpPr>
        <p:spPr/>
        <p:txBody>
          <a:bodyPr/>
          <a:lstStyle/>
          <a:p>
            <a:fld id="{DF79D3FA-E1F6-4B19-860D-8230031670A9}" type="datetimeFigureOut">
              <a:rPr lang="en-IN" smtClean="0"/>
              <a:t>14-10-2026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D0D5B5-5224-4FB8-8192-789AFC4CCAFC}" type="slidenum">
              <a:rPr lang="en-IN" smtClean="0"/>
              <a:t>‹#›</a:t>
            </a:fld>
            <a:endParaRPr lang="en-IN"/>
          </a:p>
        </p:txBody>
      </p:sp>
    </p:spTree>
    <p:extLst>
      <p:ext uri="{BB962C8B-B14F-4D97-AF65-F5344CB8AC3E}">
        <p14:creationId xmlns:p14="http://schemas.microsoft.com/office/powerpoint/2010/main" val="3805654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501" y="721148"/>
            <a:ext cx="6951048" cy="2524019"/>
          </a:xfrm>
        </p:spPr>
        <p:txBody>
          <a:bodyPr anchor="b"/>
          <a:lstStyle>
            <a:lvl1pPr>
              <a:defRPr sz="5047"/>
            </a:lvl1pPr>
          </a:lstStyle>
          <a:p>
            <a:r>
              <a:rPr lang="en-US"/>
              <a:t>Click to edit Master title style</a:t>
            </a:r>
            <a:endParaRPr lang="en-US" dirty="0"/>
          </a:p>
        </p:txBody>
      </p:sp>
      <p:sp>
        <p:nvSpPr>
          <p:cNvPr id="3" name="Picture Placeholder 2"/>
          <p:cNvSpPr>
            <a:spLocks noGrp="1" noChangeAspect="1"/>
          </p:cNvSpPr>
          <p:nvPr>
            <p:ph type="pic" idx="1"/>
          </p:nvPr>
        </p:nvSpPr>
        <p:spPr>
          <a:xfrm>
            <a:off x="9162365" y="1557481"/>
            <a:ext cx="10910649" cy="7687241"/>
          </a:xfrm>
        </p:spPr>
        <p:txBody>
          <a:bodyPr anchor="t"/>
          <a:lstStyle>
            <a:lvl1pPr marL="0" indent="0">
              <a:buNone/>
              <a:defRPr sz="5047"/>
            </a:lvl1pPr>
            <a:lvl2pPr marL="721142" indent="0">
              <a:buNone/>
              <a:defRPr sz="4416"/>
            </a:lvl2pPr>
            <a:lvl3pPr marL="1442283" indent="0">
              <a:buNone/>
              <a:defRPr sz="3786"/>
            </a:lvl3pPr>
            <a:lvl4pPr marL="2163425" indent="0">
              <a:buNone/>
              <a:defRPr sz="3155"/>
            </a:lvl4pPr>
            <a:lvl5pPr marL="2884566" indent="0">
              <a:buNone/>
              <a:defRPr sz="3155"/>
            </a:lvl5pPr>
            <a:lvl6pPr marL="3605708" indent="0">
              <a:buNone/>
              <a:defRPr sz="3155"/>
            </a:lvl6pPr>
            <a:lvl7pPr marL="4326849" indent="0">
              <a:buNone/>
              <a:defRPr sz="3155"/>
            </a:lvl7pPr>
            <a:lvl8pPr marL="5047991" indent="0">
              <a:buNone/>
              <a:defRPr sz="3155"/>
            </a:lvl8pPr>
            <a:lvl9pPr marL="5769132" indent="0">
              <a:buNone/>
              <a:defRPr sz="3155"/>
            </a:lvl9pPr>
          </a:lstStyle>
          <a:p>
            <a:endParaRPr lang="en-US" dirty="0"/>
          </a:p>
        </p:txBody>
      </p:sp>
      <p:sp>
        <p:nvSpPr>
          <p:cNvPr id="4" name="Text Placeholder 3"/>
          <p:cNvSpPr>
            <a:spLocks noGrp="1"/>
          </p:cNvSpPr>
          <p:nvPr>
            <p:ph type="body" sz="half" idx="2"/>
          </p:nvPr>
        </p:nvSpPr>
        <p:spPr>
          <a:xfrm>
            <a:off x="1484501" y="3245168"/>
            <a:ext cx="6951048" cy="6012074"/>
          </a:xfrm>
        </p:spPr>
        <p:txBody>
          <a:bodyPr/>
          <a:lstStyle>
            <a:lvl1pPr marL="0" indent="0">
              <a:buNone/>
              <a:defRPr sz="2524"/>
            </a:lvl1pPr>
            <a:lvl2pPr marL="721142" indent="0">
              <a:buNone/>
              <a:defRPr sz="2208"/>
            </a:lvl2pPr>
            <a:lvl3pPr marL="1442283" indent="0">
              <a:buNone/>
              <a:defRPr sz="1893"/>
            </a:lvl3pPr>
            <a:lvl4pPr marL="2163425" indent="0">
              <a:buNone/>
              <a:defRPr sz="1577"/>
            </a:lvl4pPr>
            <a:lvl5pPr marL="2884566" indent="0">
              <a:buNone/>
              <a:defRPr sz="1577"/>
            </a:lvl5pPr>
            <a:lvl6pPr marL="3605708" indent="0">
              <a:buNone/>
              <a:defRPr sz="1577"/>
            </a:lvl6pPr>
            <a:lvl7pPr marL="4326849" indent="0">
              <a:buNone/>
              <a:defRPr sz="1577"/>
            </a:lvl7pPr>
            <a:lvl8pPr marL="5047991" indent="0">
              <a:buNone/>
              <a:defRPr sz="1577"/>
            </a:lvl8pPr>
            <a:lvl9pPr marL="5769132" indent="0">
              <a:buNone/>
              <a:defRPr sz="1577"/>
            </a:lvl9pPr>
          </a:lstStyle>
          <a:p>
            <a:pPr lvl="0"/>
            <a:r>
              <a:rPr lang="en-US"/>
              <a:t>Click to edit Master text styles</a:t>
            </a:r>
          </a:p>
        </p:txBody>
      </p:sp>
      <p:sp>
        <p:nvSpPr>
          <p:cNvPr id="5" name="Date Placeholder 4"/>
          <p:cNvSpPr>
            <a:spLocks noGrp="1"/>
          </p:cNvSpPr>
          <p:nvPr>
            <p:ph type="dt" sz="half" idx="10"/>
          </p:nvPr>
        </p:nvSpPr>
        <p:spPr/>
        <p:txBody>
          <a:bodyPr/>
          <a:lstStyle/>
          <a:p>
            <a:fld id="{DF79D3FA-E1F6-4B19-860D-8230031670A9}" type="datetimeFigureOut">
              <a:rPr lang="en-IN" smtClean="0"/>
              <a:t>14-10-2026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D0D5B5-5224-4FB8-8192-789AFC4CCAFC}" type="slidenum">
              <a:rPr lang="en-IN" smtClean="0"/>
              <a:t>‹#›</a:t>
            </a:fld>
            <a:endParaRPr lang="en-IN"/>
          </a:p>
        </p:txBody>
      </p:sp>
    </p:spTree>
    <p:extLst>
      <p:ext uri="{BB962C8B-B14F-4D97-AF65-F5344CB8AC3E}">
        <p14:creationId xmlns:p14="http://schemas.microsoft.com/office/powerpoint/2010/main" val="2222759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79D3FA-E1F6-4B19-860D-8230031670A9}"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D0D5B5-5224-4FB8-8192-789AFC4CCAFC}" type="slidenum">
              <a:rPr lang="en-IN" smtClean="0"/>
              <a:t>‹#›</a:t>
            </a:fld>
            <a:endParaRPr lang="en-IN"/>
          </a:p>
        </p:txBody>
      </p:sp>
    </p:spTree>
    <p:extLst>
      <p:ext uri="{BB962C8B-B14F-4D97-AF65-F5344CB8AC3E}">
        <p14:creationId xmlns:p14="http://schemas.microsoft.com/office/powerpoint/2010/main" val="2406076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23079" y="575917"/>
            <a:ext cx="4647128" cy="91670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1693" y="575917"/>
            <a:ext cx="13671987" cy="91670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79D3FA-E1F6-4B19-860D-8230031670A9}"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D0D5B5-5224-4FB8-8192-789AFC4CCAFC}" type="slidenum">
              <a:rPr lang="en-IN" smtClean="0"/>
              <a:t>‹#›</a:t>
            </a:fld>
            <a:endParaRPr lang="en-IN"/>
          </a:p>
        </p:txBody>
      </p:sp>
    </p:spTree>
    <p:extLst>
      <p:ext uri="{BB962C8B-B14F-4D97-AF65-F5344CB8AC3E}">
        <p14:creationId xmlns:p14="http://schemas.microsoft.com/office/powerpoint/2010/main" val="131703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1693" y="575918"/>
            <a:ext cx="18588514" cy="209083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1693" y="2879585"/>
            <a:ext cx="18588514" cy="686343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1693" y="10025966"/>
            <a:ext cx="4849178" cy="575917"/>
          </a:xfrm>
          <a:prstGeom prst="rect">
            <a:avLst/>
          </a:prstGeom>
        </p:spPr>
        <p:txBody>
          <a:bodyPr vert="horz" lIns="91440" tIns="45720" rIns="91440" bIns="45720" rtlCol="0" anchor="ctr"/>
          <a:lstStyle>
            <a:lvl1pPr algn="l">
              <a:defRPr sz="1893">
                <a:solidFill>
                  <a:schemeClr val="tx1">
                    <a:tint val="82000"/>
                  </a:schemeClr>
                </a:solidFill>
              </a:defRPr>
            </a:lvl1pPr>
          </a:lstStyle>
          <a:p>
            <a:fld id="{DF79D3FA-E1F6-4B19-860D-8230031670A9}" type="datetimeFigureOut">
              <a:rPr lang="en-IN" smtClean="0"/>
              <a:t>14-10-2026</a:t>
            </a:fld>
            <a:endParaRPr lang="en-IN"/>
          </a:p>
        </p:txBody>
      </p:sp>
      <p:sp>
        <p:nvSpPr>
          <p:cNvPr id="5" name="Footer Placeholder 4"/>
          <p:cNvSpPr>
            <a:spLocks noGrp="1"/>
          </p:cNvSpPr>
          <p:nvPr>
            <p:ph type="ftr" sz="quarter" idx="3"/>
          </p:nvPr>
        </p:nvSpPr>
        <p:spPr>
          <a:xfrm>
            <a:off x="7139067" y="10025966"/>
            <a:ext cx="7273766" cy="575917"/>
          </a:xfrm>
          <a:prstGeom prst="rect">
            <a:avLst/>
          </a:prstGeom>
        </p:spPr>
        <p:txBody>
          <a:bodyPr vert="horz" lIns="91440" tIns="45720" rIns="91440" bIns="45720" rtlCol="0" anchor="ctr"/>
          <a:lstStyle>
            <a:lvl1pPr algn="ctr">
              <a:defRPr sz="1893">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15221029" y="10025966"/>
            <a:ext cx="4849178" cy="575917"/>
          </a:xfrm>
          <a:prstGeom prst="rect">
            <a:avLst/>
          </a:prstGeom>
        </p:spPr>
        <p:txBody>
          <a:bodyPr vert="horz" lIns="91440" tIns="45720" rIns="91440" bIns="45720" rtlCol="0" anchor="ctr"/>
          <a:lstStyle>
            <a:lvl1pPr algn="r">
              <a:defRPr sz="1893">
                <a:solidFill>
                  <a:schemeClr val="tx1">
                    <a:tint val="82000"/>
                  </a:schemeClr>
                </a:solidFill>
              </a:defRPr>
            </a:lvl1pPr>
          </a:lstStyle>
          <a:p>
            <a:fld id="{4ED0D5B5-5224-4FB8-8192-789AFC4CCAFC}" type="slidenum">
              <a:rPr lang="en-IN" smtClean="0"/>
              <a:t>‹#›</a:t>
            </a:fld>
            <a:endParaRPr lang="en-IN"/>
          </a:p>
        </p:txBody>
      </p:sp>
    </p:spTree>
    <p:extLst>
      <p:ext uri="{BB962C8B-B14F-4D97-AF65-F5344CB8AC3E}">
        <p14:creationId xmlns:p14="http://schemas.microsoft.com/office/powerpoint/2010/main" val="32057010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442283" rtl="0" eaLnBrk="1" latinLnBrk="0" hangingPunct="1">
        <a:lnSpc>
          <a:spcPct val="90000"/>
        </a:lnSpc>
        <a:spcBef>
          <a:spcPct val="0"/>
        </a:spcBef>
        <a:buNone/>
        <a:defRPr sz="6940" kern="1200">
          <a:solidFill>
            <a:schemeClr val="tx1"/>
          </a:solidFill>
          <a:latin typeface="+mj-lt"/>
          <a:ea typeface="+mj-ea"/>
          <a:cs typeface="+mj-cs"/>
        </a:defRPr>
      </a:lvl1pPr>
    </p:titleStyle>
    <p:bodyStyle>
      <a:lvl1pPr marL="360571" indent="-360571" algn="l" defTabSz="1442283" rtl="0" eaLnBrk="1" latinLnBrk="0" hangingPunct="1">
        <a:lnSpc>
          <a:spcPct val="90000"/>
        </a:lnSpc>
        <a:spcBef>
          <a:spcPts val="1577"/>
        </a:spcBef>
        <a:buFont typeface="Arial" panose="020B0604020202020204" pitchFamily="34" charset="0"/>
        <a:buChar char="•"/>
        <a:defRPr sz="4416" kern="1200">
          <a:solidFill>
            <a:schemeClr val="tx1"/>
          </a:solidFill>
          <a:latin typeface="+mn-lt"/>
          <a:ea typeface="+mn-ea"/>
          <a:cs typeface="+mn-cs"/>
        </a:defRPr>
      </a:lvl1pPr>
      <a:lvl2pPr marL="1081712" indent="-360571" algn="l" defTabSz="1442283" rtl="0" eaLnBrk="1" latinLnBrk="0" hangingPunct="1">
        <a:lnSpc>
          <a:spcPct val="90000"/>
        </a:lnSpc>
        <a:spcBef>
          <a:spcPts val="789"/>
        </a:spcBef>
        <a:buFont typeface="Arial" panose="020B0604020202020204" pitchFamily="34" charset="0"/>
        <a:buChar char="•"/>
        <a:defRPr sz="3786" kern="1200">
          <a:solidFill>
            <a:schemeClr val="tx1"/>
          </a:solidFill>
          <a:latin typeface="+mn-lt"/>
          <a:ea typeface="+mn-ea"/>
          <a:cs typeface="+mn-cs"/>
        </a:defRPr>
      </a:lvl2pPr>
      <a:lvl3pPr marL="1802854" indent="-360571" algn="l" defTabSz="1442283" rtl="0" eaLnBrk="1" latinLnBrk="0" hangingPunct="1">
        <a:lnSpc>
          <a:spcPct val="90000"/>
        </a:lnSpc>
        <a:spcBef>
          <a:spcPts val="789"/>
        </a:spcBef>
        <a:buFont typeface="Arial" panose="020B0604020202020204" pitchFamily="34" charset="0"/>
        <a:buChar char="•"/>
        <a:defRPr sz="3155" kern="1200">
          <a:solidFill>
            <a:schemeClr val="tx1"/>
          </a:solidFill>
          <a:latin typeface="+mn-lt"/>
          <a:ea typeface="+mn-ea"/>
          <a:cs typeface="+mn-cs"/>
        </a:defRPr>
      </a:lvl3pPr>
      <a:lvl4pPr marL="2523995" indent="-360571" algn="l" defTabSz="1442283" rtl="0" eaLnBrk="1" latinLnBrk="0" hangingPunct="1">
        <a:lnSpc>
          <a:spcPct val="90000"/>
        </a:lnSpc>
        <a:spcBef>
          <a:spcPts val="789"/>
        </a:spcBef>
        <a:buFont typeface="Arial" panose="020B0604020202020204" pitchFamily="34" charset="0"/>
        <a:buChar char="•"/>
        <a:defRPr sz="2839" kern="1200">
          <a:solidFill>
            <a:schemeClr val="tx1"/>
          </a:solidFill>
          <a:latin typeface="+mn-lt"/>
          <a:ea typeface="+mn-ea"/>
          <a:cs typeface="+mn-cs"/>
        </a:defRPr>
      </a:lvl4pPr>
      <a:lvl5pPr marL="3245137" indent="-360571" algn="l" defTabSz="1442283" rtl="0" eaLnBrk="1" latinLnBrk="0" hangingPunct="1">
        <a:lnSpc>
          <a:spcPct val="90000"/>
        </a:lnSpc>
        <a:spcBef>
          <a:spcPts val="789"/>
        </a:spcBef>
        <a:buFont typeface="Arial" panose="020B0604020202020204" pitchFamily="34" charset="0"/>
        <a:buChar char="•"/>
        <a:defRPr sz="2839" kern="1200">
          <a:solidFill>
            <a:schemeClr val="tx1"/>
          </a:solidFill>
          <a:latin typeface="+mn-lt"/>
          <a:ea typeface="+mn-ea"/>
          <a:cs typeface="+mn-cs"/>
        </a:defRPr>
      </a:lvl5pPr>
      <a:lvl6pPr marL="3966279" indent="-360571" algn="l" defTabSz="1442283" rtl="0" eaLnBrk="1" latinLnBrk="0" hangingPunct="1">
        <a:lnSpc>
          <a:spcPct val="90000"/>
        </a:lnSpc>
        <a:spcBef>
          <a:spcPts val="789"/>
        </a:spcBef>
        <a:buFont typeface="Arial" panose="020B0604020202020204" pitchFamily="34" charset="0"/>
        <a:buChar char="•"/>
        <a:defRPr sz="2839" kern="1200">
          <a:solidFill>
            <a:schemeClr val="tx1"/>
          </a:solidFill>
          <a:latin typeface="+mn-lt"/>
          <a:ea typeface="+mn-ea"/>
          <a:cs typeface="+mn-cs"/>
        </a:defRPr>
      </a:lvl6pPr>
      <a:lvl7pPr marL="4687420" indent="-360571" algn="l" defTabSz="1442283" rtl="0" eaLnBrk="1" latinLnBrk="0" hangingPunct="1">
        <a:lnSpc>
          <a:spcPct val="90000"/>
        </a:lnSpc>
        <a:spcBef>
          <a:spcPts val="789"/>
        </a:spcBef>
        <a:buFont typeface="Arial" panose="020B0604020202020204" pitchFamily="34" charset="0"/>
        <a:buChar char="•"/>
        <a:defRPr sz="2839" kern="1200">
          <a:solidFill>
            <a:schemeClr val="tx1"/>
          </a:solidFill>
          <a:latin typeface="+mn-lt"/>
          <a:ea typeface="+mn-ea"/>
          <a:cs typeface="+mn-cs"/>
        </a:defRPr>
      </a:lvl7pPr>
      <a:lvl8pPr marL="5408562" indent="-360571" algn="l" defTabSz="1442283" rtl="0" eaLnBrk="1" latinLnBrk="0" hangingPunct="1">
        <a:lnSpc>
          <a:spcPct val="90000"/>
        </a:lnSpc>
        <a:spcBef>
          <a:spcPts val="789"/>
        </a:spcBef>
        <a:buFont typeface="Arial" panose="020B0604020202020204" pitchFamily="34" charset="0"/>
        <a:buChar char="•"/>
        <a:defRPr sz="2839" kern="1200">
          <a:solidFill>
            <a:schemeClr val="tx1"/>
          </a:solidFill>
          <a:latin typeface="+mn-lt"/>
          <a:ea typeface="+mn-ea"/>
          <a:cs typeface="+mn-cs"/>
        </a:defRPr>
      </a:lvl8pPr>
      <a:lvl9pPr marL="6129703" indent="-360571" algn="l" defTabSz="1442283" rtl="0" eaLnBrk="1" latinLnBrk="0" hangingPunct="1">
        <a:lnSpc>
          <a:spcPct val="90000"/>
        </a:lnSpc>
        <a:spcBef>
          <a:spcPts val="789"/>
        </a:spcBef>
        <a:buFont typeface="Arial" panose="020B0604020202020204" pitchFamily="34" charset="0"/>
        <a:buChar char="•"/>
        <a:defRPr sz="2839" kern="1200">
          <a:solidFill>
            <a:schemeClr val="tx1"/>
          </a:solidFill>
          <a:latin typeface="+mn-lt"/>
          <a:ea typeface="+mn-ea"/>
          <a:cs typeface="+mn-cs"/>
        </a:defRPr>
      </a:lvl9pPr>
    </p:bodyStyle>
    <p:otherStyle>
      <a:defPPr>
        <a:defRPr lang="en-US"/>
      </a:defPPr>
      <a:lvl1pPr marL="0" algn="l" defTabSz="1442283" rtl="0" eaLnBrk="1" latinLnBrk="0" hangingPunct="1">
        <a:defRPr sz="2839" kern="1200">
          <a:solidFill>
            <a:schemeClr val="tx1"/>
          </a:solidFill>
          <a:latin typeface="+mn-lt"/>
          <a:ea typeface="+mn-ea"/>
          <a:cs typeface="+mn-cs"/>
        </a:defRPr>
      </a:lvl1pPr>
      <a:lvl2pPr marL="721142" algn="l" defTabSz="1442283" rtl="0" eaLnBrk="1" latinLnBrk="0" hangingPunct="1">
        <a:defRPr sz="2839" kern="1200">
          <a:solidFill>
            <a:schemeClr val="tx1"/>
          </a:solidFill>
          <a:latin typeface="+mn-lt"/>
          <a:ea typeface="+mn-ea"/>
          <a:cs typeface="+mn-cs"/>
        </a:defRPr>
      </a:lvl2pPr>
      <a:lvl3pPr marL="1442283" algn="l" defTabSz="1442283" rtl="0" eaLnBrk="1" latinLnBrk="0" hangingPunct="1">
        <a:defRPr sz="2839" kern="1200">
          <a:solidFill>
            <a:schemeClr val="tx1"/>
          </a:solidFill>
          <a:latin typeface="+mn-lt"/>
          <a:ea typeface="+mn-ea"/>
          <a:cs typeface="+mn-cs"/>
        </a:defRPr>
      </a:lvl3pPr>
      <a:lvl4pPr marL="2163425" algn="l" defTabSz="1442283" rtl="0" eaLnBrk="1" latinLnBrk="0" hangingPunct="1">
        <a:defRPr sz="2839" kern="1200">
          <a:solidFill>
            <a:schemeClr val="tx1"/>
          </a:solidFill>
          <a:latin typeface="+mn-lt"/>
          <a:ea typeface="+mn-ea"/>
          <a:cs typeface="+mn-cs"/>
        </a:defRPr>
      </a:lvl4pPr>
      <a:lvl5pPr marL="2884566" algn="l" defTabSz="1442283" rtl="0" eaLnBrk="1" latinLnBrk="0" hangingPunct="1">
        <a:defRPr sz="2839" kern="1200">
          <a:solidFill>
            <a:schemeClr val="tx1"/>
          </a:solidFill>
          <a:latin typeface="+mn-lt"/>
          <a:ea typeface="+mn-ea"/>
          <a:cs typeface="+mn-cs"/>
        </a:defRPr>
      </a:lvl5pPr>
      <a:lvl6pPr marL="3605708" algn="l" defTabSz="1442283" rtl="0" eaLnBrk="1" latinLnBrk="0" hangingPunct="1">
        <a:defRPr sz="2839" kern="1200">
          <a:solidFill>
            <a:schemeClr val="tx1"/>
          </a:solidFill>
          <a:latin typeface="+mn-lt"/>
          <a:ea typeface="+mn-ea"/>
          <a:cs typeface="+mn-cs"/>
        </a:defRPr>
      </a:lvl6pPr>
      <a:lvl7pPr marL="4326849" algn="l" defTabSz="1442283" rtl="0" eaLnBrk="1" latinLnBrk="0" hangingPunct="1">
        <a:defRPr sz="2839" kern="1200">
          <a:solidFill>
            <a:schemeClr val="tx1"/>
          </a:solidFill>
          <a:latin typeface="+mn-lt"/>
          <a:ea typeface="+mn-ea"/>
          <a:cs typeface="+mn-cs"/>
        </a:defRPr>
      </a:lvl7pPr>
      <a:lvl8pPr marL="5047991" algn="l" defTabSz="1442283" rtl="0" eaLnBrk="1" latinLnBrk="0" hangingPunct="1">
        <a:defRPr sz="2839" kern="1200">
          <a:solidFill>
            <a:schemeClr val="tx1"/>
          </a:solidFill>
          <a:latin typeface="+mn-lt"/>
          <a:ea typeface="+mn-ea"/>
          <a:cs typeface="+mn-cs"/>
        </a:defRPr>
      </a:lvl8pPr>
      <a:lvl9pPr marL="5769132" algn="l" defTabSz="1442283" rtl="0" eaLnBrk="1" latinLnBrk="0" hangingPunct="1">
        <a:defRPr sz="283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8E16DD-0F36-370A-D3C7-B1C9965CBFD8}"/>
              </a:ext>
            </a:extLst>
          </p:cNvPr>
          <p:cNvSpPr txBox="1"/>
          <p:nvPr/>
        </p:nvSpPr>
        <p:spPr>
          <a:xfrm>
            <a:off x="0" y="0"/>
            <a:ext cx="21551900" cy="10556736"/>
          </a:xfrm>
          <a:prstGeom prst="rect">
            <a:avLst/>
          </a:prstGeom>
          <a:noFill/>
        </p:spPr>
        <p:txBody>
          <a:bodyPr wrap="square">
            <a:spAutoFit/>
          </a:bodyPr>
          <a:lstStyle/>
          <a:p>
            <a:pPr>
              <a:buNone/>
            </a:pPr>
            <a:r>
              <a:rPr lang="en-IN" sz="3200" b="1" u="sng" dirty="0">
                <a:highlight>
                  <a:srgbClr val="FFFF00"/>
                </a:highlight>
              </a:rPr>
              <a:t>Here are 5 common issues users face with USB keyboards or mice on laptops, along with a practical solution for each:</a:t>
            </a:r>
          </a:p>
          <a:p>
            <a:pPr marL="540856" indent="-540856">
              <a:buFont typeface="Arial" panose="020B0604020202020204" pitchFamily="34" charset="0"/>
              <a:buChar char="•"/>
            </a:pPr>
            <a:r>
              <a:rPr lang="en-IN" sz="2800" b="1" dirty="0"/>
              <a:t>Issue 1: The mouse or keyboard is completely unresponsive with no indicator lights.</a:t>
            </a:r>
            <a:endParaRPr lang="en-IN" sz="2800" dirty="0"/>
          </a:p>
          <a:p>
            <a:pPr marL="1171855" lvl="1" indent="-450713">
              <a:buFont typeface="Arial" panose="020B0604020202020204" pitchFamily="34" charset="0"/>
              <a:buChar char="•"/>
            </a:pPr>
            <a:r>
              <a:rPr lang="en-IN" sz="2800" b="1" dirty="0"/>
              <a:t>Solution:</a:t>
            </a:r>
            <a:r>
              <a:rPr lang="en-IN" sz="2800" dirty="0"/>
              <a:t> Unplug the USB cable or wireless receiver and plug it into a different USB port on your laptop to rule out a faulty port.</a:t>
            </a:r>
          </a:p>
          <a:p>
            <a:pPr marL="1171855" lvl="1" indent="-450713">
              <a:buFont typeface="Arial" panose="020B0604020202020204" pitchFamily="34" charset="0"/>
              <a:buChar char="•"/>
            </a:pPr>
            <a:r>
              <a:rPr lang="en-IN" sz="2800" i="1" dirty="0"/>
              <a:t>Verification:</a:t>
            </a:r>
            <a:r>
              <a:rPr lang="en-IN" sz="2800" dirty="0"/>
              <a:t> Check if the optical LED sensor underneath the mouse or the indicator lights on the keyboard turn back on.</a:t>
            </a:r>
          </a:p>
          <a:p>
            <a:pPr marL="1171855" lvl="1" indent="-450713">
              <a:buFont typeface="Arial" panose="020B0604020202020204" pitchFamily="34" charset="0"/>
              <a:buChar char="•"/>
            </a:pPr>
            <a:endParaRPr lang="en-IN" sz="2800" dirty="0"/>
          </a:p>
          <a:p>
            <a:pPr marL="540856" indent="-540856">
              <a:buFont typeface="Arial" panose="020B0604020202020204" pitchFamily="34" charset="0"/>
              <a:buChar char="•"/>
            </a:pPr>
            <a:r>
              <a:rPr lang="en-IN" sz="2800" b="1" dirty="0"/>
              <a:t>Issue 2: The cursor lags, stutters, or freezes intermittently.</a:t>
            </a:r>
            <a:endParaRPr lang="en-IN" sz="2800" dirty="0"/>
          </a:p>
          <a:p>
            <a:pPr marL="1171855" lvl="1" indent="-450713">
              <a:buFont typeface="Arial" panose="020B0604020202020204" pitchFamily="34" charset="0"/>
              <a:buChar char="•"/>
            </a:pPr>
            <a:r>
              <a:rPr lang="en-IN" sz="2800" b="1" dirty="0"/>
              <a:t>Solution:</a:t>
            </a:r>
            <a:r>
              <a:rPr lang="en-IN" sz="2800" dirty="0"/>
              <a:t> Replace low batteries (for wireless models) or clean dust and debris out from around the optical sensor lens on the bottom of the mouse.</a:t>
            </a:r>
          </a:p>
          <a:p>
            <a:pPr marL="1171855" lvl="1" indent="-450713">
              <a:buFont typeface="Arial" panose="020B0604020202020204" pitchFamily="34" charset="0"/>
              <a:buChar char="•"/>
            </a:pPr>
            <a:r>
              <a:rPr lang="en-IN" sz="2800" i="1" dirty="0"/>
              <a:t>Verification:</a:t>
            </a:r>
            <a:r>
              <a:rPr lang="en-IN" sz="2800" dirty="0"/>
              <a:t> Move the mouse across a clean surface to ensure smooth, uninterrupted cursor tracking on screen.</a:t>
            </a:r>
          </a:p>
          <a:p>
            <a:pPr marL="1171855" lvl="1" indent="-450713">
              <a:buFont typeface="Arial" panose="020B0604020202020204" pitchFamily="34" charset="0"/>
              <a:buChar char="•"/>
            </a:pPr>
            <a:endParaRPr lang="en-IN" sz="2800" dirty="0"/>
          </a:p>
          <a:p>
            <a:pPr marL="540856" indent="-540856">
              <a:buFont typeface="Arial" panose="020B0604020202020204" pitchFamily="34" charset="0"/>
              <a:buChar char="•"/>
            </a:pPr>
            <a:r>
              <a:rPr lang="en-IN" sz="2800" b="1" dirty="0"/>
              <a:t>Issue 3: Keystrokes are delayed or repeating multiple unexpected characters.</a:t>
            </a:r>
            <a:endParaRPr lang="en-IN" sz="2800" dirty="0"/>
          </a:p>
          <a:p>
            <a:pPr marL="1171855" lvl="1" indent="-450713">
              <a:buFont typeface="Arial" panose="020B0604020202020204" pitchFamily="34" charset="0"/>
              <a:buChar char="•"/>
            </a:pPr>
            <a:r>
              <a:rPr lang="en-IN" sz="2800" b="1" dirty="0"/>
              <a:t>Solution:</a:t>
            </a:r>
            <a:r>
              <a:rPr lang="en-IN" sz="2800" dirty="0"/>
              <a:t> Adjust the keyboard filter keys or repeat rate settings in the Windows Ease of Access / Keyboard settings panel.</a:t>
            </a:r>
          </a:p>
          <a:p>
            <a:pPr marL="1171855" lvl="1" indent="-450713">
              <a:buFont typeface="Arial" panose="020B0604020202020204" pitchFamily="34" charset="0"/>
              <a:buChar char="•"/>
            </a:pPr>
            <a:r>
              <a:rPr lang="en-IN" sz="2800" i="1" dirty="0"/>
              <a:t>Verification:</a:t>
            </a:r>
            <a:r>
              <a:rPr lang="en-IN" sz="2800" dirty="0"/>
              <a:t> Type a quick test sentence in Notepad to confirm characters appear immediately and precisely once per press.</a:t>
            </a:r>
          </a:p>
          <a:p>
            <a:pPr marL="1171855" lvl="1" indent="-450713">
              <a:buFont typeface="Arial" panose="020B0604020202020204" pitchFamily="34" charset="0"/>
              <a:buChar char="•"/>
            </a:pPr>
            <a:endParaRPr lang="en-IN" sz="2800" dirty="0"/>
          </a:p>
          <a:p>
            <a:pPr marL="540856" indent="-540856">
              <a:buFont typeface="Arial" panose="020B0604020202020204" pitchFamily="34" charset="0"/>
              <a:buChar char="•"/>
            </a:pPr>
            <a:r>
              <a:rPr lang="en-IN" sz="2800" b="1" dirty="0"/>
              <a:t>Issue 4: Windows displays a "USB Device Not Recognized" error pop-up.</a:t>
            </a:r>
            <a:endParaRPr lang="en-IN" sz="2800" dirty="0"/>
          </a:p>
          <a:p>
            <a:pPr marL="1171855" lvl="1" indent="-450713">
              <a:buFont typeface="Arial" panose="020B0604020202020204" pitchFamily="34" charset="0"/>
              <a:buChar char="•"/>
            </a:pPr>
            <a:r>
              <a:rPr lang="en-IN" sz="2800" b="1" dirty="0"/>
              <a:t>Solution:</a:t>
            </a:r>
            <a:r>
              <a:rPr lang="en-IN" sz="2800" dirty="0"/>
              <a:t> Uninstall the faulty device driver via Windows Device Manager and restart your laptop to force Windows to reinstall it automatically.</a:t>
            </a:r>
          </a:p>
          <a:p>
            <a:pPr marL="1171855" lvl="1" indent="-450713">
              <a:buFont typeface="Arial" panose="020B0604020202020204" pitchFamily="34" charset="0"/>
              <a:buChar char="•"/>
            </a:pPr>
            <a:r>
              <a:rPr lang="en-IN" sz="2800" i="1" dirty="0"/>
              <a:t>Verification:</a:t>
            </a:r>
            <a:r>
              <a:rPr lang="en-IN" sz="2800" dirty="0"/>
              <a:t> Open Device Manager and verify that the yellow warning triangle next to the USB controller or input device disappears.</a:t>
            </a:r>
          </a:p>
          <a:p>
            <a:pPr marL="1171855" lvl="1" indent="-450713">
              <a:buFont typeface="Arial" panose="020B0604020202020204" pitchFamily="34" charset="0"/>
              <a:buChar char="•"/>
            </a:pPr>
            <a:endParaRPr lang="en-IN" sz="2800" dirty="0"/>
          </a:p>
          <a:p>
            <a:pPr marL="540856" indent="-540856">
              <a:buFont typeface="Arial" panose="020B0604020202020204" pitchFamily="34" charset="0"/>
              <a:buChar char="•"/>
            </a:pPr>
            <a:r>
              <a:rPr lang="en-IN" sz="2800" b="1" dirty="0"/>
              <a:t>Issue 5: The wireless USB receiver drops connection frequently during use.</a:t>
            </a:r>
            <a:endParaRPr lang="en-IN" sz="2800" dirty="0"/>
          </a:p>
          <a:p>
            <a:pPr marL="1171855" lvl="1" indent="-450713">
              <a:buFont typeface="Arial" panose="020B0604020202020204" pitchFamily="34" charset="0"/>
              <a:buChar char="•"/>
            </a:pPr>
            <a:r>
              <a:rPr lang="en-IN" sz="2800" b="1" dirty="0"/>
              <a:t>Solution:</a:t>
            </a:r>
            <a:r>
              <a:rPr lang="en-IN" sz="2800" dirty="0"/>
              <a:t> Remove physical obstacles between the receiver and the device, or use a short USB extension cable to bring the receiver closer.</a:t>
            </a:r>
          </a:p>
          <a:p>
            <a:pPr marL="1171855" lvl="1" indent="-450713">
              <a:buFont typeface="Arial" panose="020B0604020202020204" pitchFamily="34" charset="0"/>
              <a:buChar char="•"/>
            </a:pPr>
            <a:r>
              <a:rPr lang="en-IN" sz="2800" i="1" dirty="0"/>
              <a:t>Verification:</a:t>
            </a:r>
            <a:r>
              <a:rPr lang="en-IN" sz="2800" dirty="0"/>
              <a:t> Test the device close to the receiver to ensure a stable, drop-free connection.</a:t>
            </a:r>
          </a:p>
        </p:txBody>
      </p:sp>
    </p:spTree>
    <p:extLst>
      <p:ext uri="{BB962C8B-B14F-4D97-AF65-F5344CB8AC3E}">
        <p14:creationId xmlns:p14="http://schemas.microsoft.com/office/powerpoint/2010/main" val="3008787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10C821-08FD-9E55-1D66-3DB8900024E3}"/>
              </a:ext>
            </a:extLst>
          </p:cNvPr>
          <p:cNvSpPr txBox="1"/>
          <p:nvPr/>
        </p:nvSpPr>
        <p:spPr>
          <a:xfrm>
            <a:off x="118532" y="321733"/>
            <a:ext cx="21433367" cy="9602629"/>
          </a:xfrm>
          <a:prstGeom prst="rect">
            <a:avLst/>
          </a:prstGeom>
          <a:noFill/>
        </p:spPr>
        <p:txBody>
          <a:bodyPr wrap="square">
            <a:spAutoFit/>
          </a:bodyPr>
          <a:lstStyle/>
          <a:p>
            <a:r>
              <a:rPr lang="en-IN" sz="2000" b="1" dirty="0">
                <a:highlight>
                  <a:srgbClr val="FFFF00"/>
                </a:highlight>
              </a:rPr>
              <a:t>Here is a step-by-step troubleshooting flow to diagnose and resolve a Bluetooth headphones connection failure</a:t>
            </a:r>
            <a:r>
              <a:rPr lang="en-IN" sz="2000" b="1" dirty="0"/>
              <a:t>:</a:t>
            </a:r>
          </a:p>
          <a:p>
            <a:r>
              <a:rPr lang="en-IN" sz="2000" b="1" i="1" u="sng" dirty="0"/>
              <a:t>Step 1: Check Power and Activate Pairing Mode</a:t>
            </a:r>
          </a:p>
          <a:p>
            <a:pPr lvl="0"/>
            <a:r>
              <a:rPr lang="en-IN" sz="2000" b="1" i="1" u="sng" dirty="0"/>
              <a:t>Action: Turn on your Bluetooth headphones. If they are already on, power them off and turn them back on. Ensure they are in active Pairing Mode (usually by holding the power or dedicated Bluetooth button for 5 to 7 seconds).</a:t>
            </a:r>
          </a:p>
          <a:p>
            <a:pPr lvl="0"/>
            <a:r>
              <a:rPr lang="en-IN" sz="2000" b="1" i="1" u="sng" dirty="0"/>
              <a:t>Indicators to check: Look at the status LED indicator on the headphones. A rapid blinking light (often alternating between blue and red, or a pulsing white light) indicates that the headphones are discoverable.</a:t>
            </a:r>
          </a:p>
          <a:p>
            <a:pPr lvl="0"/>
            <a:r>
              <a:rPr lang="en-IN" sz="2000" b="1" i="1" u="sng" dirty="0"/>
              <a:t>Verification: Confirm you hear an audio cue from the headphones such as "Ready to pair" or "Pairing".</a:t>
            </a:r>
          </a:p>
          <a:p>
            <a:pPr lvl="0"/>
            <a:endParaRPr lang="en-IN" sz="2000" b="1" i="1" u="sng" dirty="0"/>
          </a:p>
          <a:p>
            <a:r>
              <a:rPr lang="en-IN" sz="2000" b="1" i="1" u="sng" dirty="0"/>
              <a:t>Step 2: Refresh Bluetooth on Your Phone</a:t>
            </a:r>
          </a:p>
          <a:p>
            <a:pPr lvl="0"/>
            <a:r>
              <a:rPr lang="en-IN" sz="2000" b="1" i="1" u="sng" dirty="0"/>
              <a:t>Action: Open your phone's Settings &gt; Bluetooth (or swipe down to access the Quick Settings panel) and toggle the Bluetooth switch Off, wait 5 seconds, and toggle it back On.</a:t>
            </a:r>
          </a:p>
          <a:p>
            <a:pPr lvl="0"/>
            <a:r>
              <a:rPr lang="en-IN" sz="2000" b="1" i="1" u="sng" dirty="0"/>
              <a:t>Indicators to check: Ensure the Bluetooth icon in your phone's status bar is active and that the device list starts scanning/refreshing.</a:t>
            </a:r>
          </a:p>
          <a:p>
            <a:pPr lvl="0"/>
            <a:r>
              <a:rPr lang="en-IN" sz="2000" b="1" i="1" u="sng" dirty="0"/>
              <a:t>Verification: Check if your headphones' model name appears under the Available Devices or Other Devices section.</a:t>
            </a:r>
          </a:p>
          <a:p>
            <a:pPr lvl="0"/>
            <a:endParaRPr lang="en-IN" sz="2000" b="1" i="1" u="sng" dirty="0"/>
          </a:p>
          <a:p>
            <a:r>
              <a:rPr lang="en-IN" sz="2000" b="1" i="1" u="sng" dirty="0"/>
              <a:t>Step 3: Clear Interference and Check Battery Levels</a:t>
            </a:r>
          </a:p>
          <a:p>
            <a:pPr lvl="0"/>
            <a:r>
              <a:rPr lang="en-IN" sz="2000" b="1" i="1" u="sng" dirty="0"/>
              <a:t>Action: Ensure your headphones are charged (place them in their charging case for a few minutes if necessary) and move them within 1 meter of your phone, away from Wi-Fi routers or other heavy wireless equipment.</a:t>
            </a:r>
          </a:p>
          <a:p>
            <a:pPr lvl="0"/>
            <a:r>
              <a:rPr lang="en-IN" sz="2000" b="1" i="1" u="sng" dirty="0"/>
              <a:t>Indicators to check: Check the charging LED on the headphone case or body to ensure it is not displaying a low-battery red warning light.</a:t>
            </a:r>
          </a:p>
          <a:p>
            <a:pPr lvl="0"/>
            <a:r>
              <a:rPr lang="en-IN" sz="2000" b="1" i="1" u="sng" dirty="0"/>
              <a:t>Verification: Verify that the status LED stays lit without immediately turning off due to low power.</a:t>
            </a:r>
          </a:p>
          <a:p>
            <a:pPr lvl="0"/>
            <a:endParaRPr lang="en-IN" sz="2000" b="1" i="1" u="sng" dirty="0"/>
          </a:p>
          <a:p>
            <a:r>
              <a:rPr lang="en-IN" sz="2000" b="1" i="1" u="sng" dirty="0"/>
              <a:t>Step 4: Forget and Re-pair the Device</a:t>
            </a:r>
          </a:p>
          <a:p>
            <a:pPr lvl="0"/>
            <a:r>
              <a:rPr lang="en-IN" sz="2000" b="1" i="1" u="sng" dirty="0"/>
              <a:t>Action: If your headphones were previously paired but won't connect, go to Settings &gt; Bluetooth on your phone, find your headphones under Paired Devices, tap the gear icon or info icon (</a:t>
            </a:r>
            <a:r>
              <a:rPr lang="en-IN" sz="2000" b="1" i="1" u="sng" dirty="0" err="1"/>
              <a:t>i</a:t>
            </a:r>
            <a:r>
              <a:rPr lang="en-IN" sz="2000" b="1" i="1" u="sng" dirty="0"/>
              <a:t>), and select Forget or Unpair. Then, initiate a fresh search and tap your headphone name to pair.</a:t>
            </a:r>
          </a:p>
          <a:p>
            <a:pPr lvl="0"/>
            <a:r>
              <a:rPr lang="en-IN" sz="2000" b="1" i="1" u="sng" dirty="0"/>
              <a:t>Indicators to check: Watch for a pop-up prompt on your phone asking to confirm the Bluetooth pairing request.</a:t>
            </a:r>
          </a:p>
          <a:p>
            <a:pPr lvl="0"/>
            <a:r>
              <a:rPr lang="en-IN" sz="2000" b="1" i="1" u="sng" dirty="0"/>
              <a:t>Verification: Confirm that the headphone status in your Bluetooth settings changes to "Connected for calls and audio" and the headphones play a "Connected" chime.</a:t>
            </a:r>
          </a:p>
          <a:p>
            <a:pPr lvl="0"/>
            <a:endParaRPr lang="en-IN" sz="2000" b="1" i="1" u="sng" dirty="0"/>
          </a:p>
          <a:p>
            <a:r>
              <a:rPr lang="en-IN" sz="2000" b="1" i="1" u="sng" dirty="0"/>
              <a:t>Step 5: Reset Headphone Network Settings (If Still Unresolved)</a:t>
            </a:r>
          </a:p>
          <a:p>
            <a:pPr lvl="0"/>
            <a:r>
              <a:rPr lang="en-IN" sz="2000" b="1" i="1" u="sng" dirty="0"/>
              <a:t>Action: Perform a hardware reset on the headphones (typically done by holding the power and volume buttons simultaneously for 10–15 seconds while placed in or out of the case, depending on the model).</a:t>
            </a:r>
          </a:p>
          <a:p>
            <a:pPr lvl="0"/>
            <a:r>
              <a:rPr lang="en-IN" sz="2000" b="1" i="1" u="sng" dirty="0"/>
              <a:t>Indicators to check: Watch for the status LED to flash red three times or reset its lighting pattern to factory defaults.</a:t>
            </a:r>
          </a:p>
          <a:p>
            <a:pPr lvl="0"/>
            <a:r>
              <a:rPr lang="en-IN" sz="2000" b="1" i="1" u="sng" dirty="0"/>
              <a:t>Verification: Open your phone's Bluetooth menu and attempt a fresh pairing process from Step 1.</a:t>
            </a:r>
          </a:p>
          <a:p>
            <a:pPr>
              <a:buNone/>
            </a:pPr>
            <a:endParaRPr lang="en-IN" b="1" dirty="0"/>
          </a:p>
        </p:txBody>
      </p:sp>
    </p:spTree>
    <p:extLst>
      <p:ext uri="{BB962C8B-B14F-4D97-AF65-F5344CB8AC3E}">
        <p14:creationId xmlns:p14="http://schemas.microsoft.com/office/powerpoint/2010/main" val="1361548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524E6D-028E-B897-46F7-D6EF6A0D8289}"/>
              </a:ext>
            </a:extLst>
          </p:cNvPr>
          <p:cNvSpPr txBox="1"/>
          <p:nvPr/>
        </p:nvSpPr>
        <p:spPr>
          <a:xfrm>
            <a:off x="152400" y="118533"/>
            <a:ext cx="21098933" cy="9448740"/>
          </a:xfrm>
          <a:prstGeom prst="rect">
            <a:avLst/>
          </a:prstGeom>
          <a:noFill/>
        </p:spPr>
        <p:txBody>
          <a:bodyPr wrap="square">
            <a:spAutoFit/>
          </a:bodyPr>
          <a:lstStyle/>
          <a:p>
            <a:pPr>
              <a:buNone/>
            </a:pPr>
            <a:r>
              <a:rPr lang="en-IN" sz="3200" b="1" dirty="0"/>
              <a:t>Webcam Not Detected During a Zoom Call (Windows 10 Checklist)</a:t>
            </a:r>
          </a:p>
          <a:p>
            <a:pPr marL="342900" lvl="0" indent="-342900">
              <a:buFont typeface="+mj-lt"/>
              <a:buAutoNum type="arabicPeriod"/>
            </a:pPr>
            <a:r>
              <a:rPr lang="en-IN" sz="3200" b="1" dirty="0"/>
              <a:t>Physical Connection:</a:t>
            </a:r>
            <a:r>
              <a:rPr lang="en-IN" sz="3200" dirty="0"/>
              <a:t> Check that the webcam's USB cable is securely plugged straight into a working USB port on the PC.</a:t>
            </a:r>
          </a:p>
          <a:p>
            <a:pPr marL="742950" lvl="1" indent="-285750">
              <a:buFont typeface="+mj-lt"/>
              <a:buAutoNum type="arabicPeriod"/>
            </a:pPr>
            <a:r>
              <a:rPr lang="en-IN" sz="3200" i="1" dirty="0"/>
              <a:t>Verification:</a:t>
            </a:r>
            <a:r>
              <a:rPr lang="en-IN" sz="3200" dirty="0"/>
              <a:t> Look for a small power LED on the webcam body to light up.</a:t>
            </a:r>
          </a:p>
          <a:p>
            <a:pPr marL="342900" lvl="0" indent="-342900">
              <a:buFont typeface="+mj-lt"/>
              <a:buAutoNum type="arabicPeriod"/>
            </a:pPr>
            <a:r>
              <a:rPr lang="en-IN" sz="3200" b="1" dirty="0"/>
              <a:t>Privacy Settings:</a:t>
            </a:r>
            <a:r>
              <a:rPr lang="en-IN" sz="3200" dirty="0"/>
              <a:t> Go to </a:t>
            </a:r>
            <a:r>
              <a:rPr lang="en-IN" sz="3200" b="1" dirty="0"/>
              <a:t>Settings &gt; Privacy &gt; Camera</a:t>
            </a:r>
            <a:r>
              <a:rPr lang="en-IN" sz="3200" dirty="0"/>
              <a:t> in Windows 10 and ensure that </a:t>
            </a:r>
            <a:r>
              <a:rPr lang="en-IN" sz="3200" b="1" dirty="0"/>
              <a:t>Allow apps to access your camera</a:t>
            </a:r>
            <a:r>
              <a:rPr lang="en-IN" sz="3200" dirty="0"/>
              <a:t> is turned </a:t>
            </a:r>
            <a:r>
              <a:rPr lang="en-IN" sz="3200" b="1" dirty="0"/>
              <a:t>On</a:t>
            </a:r>
            <a:r>
              <a:rPr lang="en-IN" sz="3200" dirty="0"/>
              <a:t>.</a:t>
            </a:r>
          </a:p>
          <a:p>
            <a:pPr marL="742950" lvl="1" indent="-285750">
              <a:buFont typeface="+mj-lt"/>
              <a:buAutoNum type="arabicPeriod"/>
            </a:pPr>
            <a:r>
              <a:rPr lang="en-IN" sz="3200" i="1" dirty="0"/>
              <a:t>Verification:</a:t>
            </a:r>
            <a:r>
              <a:rPr lang="en-IN" sz="3200" dirty="0"/>
              <a:t> Scroll down the list of apps and verify that the switch next to Zoom is also enabled.</a:t>
            </a:r>
          </a:p>
          <a:p>
            <a:pPr marL="342900" lvl="0" indent="-342900">
              <a:buFont typeface="+mj-lt"/>
              <a:buAutoNum type="arabicPeriod"/>
            </a:pPr>
            <a:r>
              <a:rPr lang="en-IN" sz="3200" b="1" dirty="0"/>
              <a:t>App-Level Settings:</a:t>
            </a:r>
            <a:r>
              <a:rPr lang="en-IN" sz="3200" dirty="0"/>
              <a:t> Open Zoom, go to </a:t>
            </a:r>
            <a:r>
              <a:rPr lang="en-IN" sz="3200" b="1" dirty="0"/>
              <a:t>Settings &gt; Video</a:t>
            </a:r>
            <a:r>
              <a:rPr lang="en-IN" sz="3200" dirty="0"/>
              <a:t>, and check the drop-down camera menu to ensure the correct physical webcam model is selected instead of a virtual camera.</a:t>
            </a:r>
          </a:p>
          <a:p>
            <a:pPr marL="742950" lvl="1" indent="-285750">
              <a:buFont typeface="+mj-lt"/>
              <a:buAutoNum type="arabicPeriod"/>
            </a:pPr>
            <a:r>
              <a:rPr lang="en-IN" sz="3200" i="1" dirty="0"/>
              <a:t>Verification:</a:t>
            </a:r>
            <a:r>
              <a:rPr lang="en-IN" sz="3200" dirty="0"/>
              <a:t> Confirm your live video preview box immediately displays your image.</a:t>
            </a:r>
          </a:p>
          <a:p>
            <a:pPr marL="342900" lvl="0" indent="-342900">
              <a:buFont typeface="+mj-lt"/>
              <a:buAutoNum type="arabicPeriod"/>
            </a:pPr>
            <a:r>
              <a:rPr lang="en-IN" sz="3200" b="1" dirty="0"/>
              <a:t>Device Manager Check:</a:t>
            </a:r>
            <a:r>
              <a:rPr lang="en-IN" sz="3200" dirty="0"/>
              <a:t> Right-click the Windows Start button, open </a:t>
            </a:r>
            <a:r>
              <a:rPr lang="en-IN" sz="3200" b="1" dirty="0"/>
              <a:t>Device Manager</a:t>
            </a:r>
            <a:r>
              <a:rPr lang="en-IN" sz="3200" dirty="0"/>
              <a:t>, expand </a:t>
            </a:r>
            <a:r>
              <a:rPr lang="en-IN" sz="3200" b="1" dirty="0"/>
              <a:t>Cameras</a:t>
            </a:r>
            <a:r>
              <a:rPr lang="en-IN" sz="3200" dirty="0"/>
              <a:t> or </a:t>
            </a:r>
            <a:r>
              <a:rPr lang="en-IN" sz="3200" b="1" dirty="0"/>
              <a:t>Imaging devices</a:t>
            </a:r>
            <a:r>
              <a:rPr lang="en-IN" sz="3200" dirty="0"/>
              <a:t>, and check for any yellow warning icons.</a:t>
            </a:r>
          </a:p>
          <a:p>
            <a:pPr marL="742950" lvl="1" indent="-285750">
              <a:buFont typeface="+mj-lt"/>
              <a:buAutoNum type="arabicPeriod"/>
            </a:pPr>
            <a:r>
              <a:rPr lang="en-IN" sz="3200" i="1" dirty="0"/>
              <a:t>Verification:</a:t>
            </a:r>
            <a:r>
              <a:rPr lang="en-IN" sz="3200" dirty="0"/>
              <a:t> Verify the device status reads "This device is working properly."</a:t>
            </a:r>
          </a:p>
          <a:p>
            <a:pPr marL="342900" lvl="0" indent="-342900">
              <a:buFont typeface="+mj-lt"/>
              <a:buAutoNum type="arabicPeriod"/>
            </a:pPr>
            <a:r>
              <a:rPr lang="en-IN" sz="3200" b="1" dirty="0"/>
              <a:t>Conflicting Applications:</a:t>
            </a:r>
            <a:r>
              <a:rPr lang="en-IN" sz="3200" dirty="0"/>
              <a:t> Close other background applications (like Skype, Teams, or browser tabs) that might be actively locking or using the webcam feed.</a:t>
            </a:r>
          </a:p>
          <a:p>
            <a:pPr marL="742950" lvl="1" indent="-285750">
              <a:buFont typeface="+mj-lt"/>
              <a:buAutoNum type="arabicPeriod"/>
            </a:pPr>
            <a:r>
              <a:rPr lang="en-IN" sz="3200" i="1" dirty="0"/>
              <a:t>Verification:</a:t>
            </a:r>
            <a:r>
              <a:rPr lang="en-IN" sz="3200" dirty="0"/>
              <a:t> Re-open Zoom video to see if the feed initializes without an error message.</a:t>
            </a:r>
          </a:p>
          <a:p>
            <a:pPr marL="342900" lvl="0" indent="-342900">
              <a:buFont typeface="+mj-lt"/>
              <a:buAutoNum type="arabicPeriod"/>
            </a:pPr>
            <a:r>
              <a:rPr lang="en-IN" sz="3200" b="1" dirty="0"/>
              <a:t>Driver Update:</a:t>
            </a:r>
            <a:r>
              <a:rPr lang="en-IN" sz="3200" dirty="0"/>
              <a:t> If drivers are corrupt, right-click the webcam in Device Manager, choose </a:t>
            </a:r>
            <a:r>
              <a:rPr lang="en-IN" sz="3200" b="1" dirty="0"/>
              <a:t>Update driver</a:t>
            </a:r>
            <a:r>
              <a:rPr lang="en-IN" sz="3200" dirty="0"/>
              <a:t>, and select </a:t>
            </a:r>
            <a:r>
              <a:rPr lang="en-IN" sz="3200" b="1" dirty="0"/>
              <a:t>Search automatically for drivers</a:t>
            </a:r>
            <a:r>
              <a:rPr lang="en-IN" sz="3200" dirty="0"/>
              <a:t>.</a:t>
            </a:r>
          </a:p>
          <a:p>
            <a:pPr marL="742950" lvl="1" indent="-285750">
              <a:buFont typeface="+mj-lt"/>
              <a:buAutoNum type="arabicPeriod"/>
            </a:pPr>
            <a:r>
              <a:rPr lang="en-IN" sz="3200" i="1" dirty="0"/>
              <a:t>Verification:</a:t>
            </a:r>
            <a:r>
              <a:rPr lang="en-IN" sz="3200" dirty="0"/>
              <a:t> Ensure the device reinstalls successfully without errors.</a:t>
            </a:r>
          </a:p>
        </p:txBody>
      </p:sp>
    </p:spTree>
    <p:extLst>
      <p:ext uri="{BB962C8B-B14F-4D97-AF65-F5344CB8AC3E}">
        <p14:creationId xmlns:p14="http://schemas.microsoft.com/office/powerpoint/2010/main" val="2499071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38E5CF-9996-9972-8CC1-3F14E809CE99}"/>
              </a:ext>
            </a:extLst>
          </p:cNvPr>
          <p:cNvSpPr txBox="1"/>
          <p:nvPr/>
        </p:nvSpPr>
        <p:spPr>
          <a:xfrm>
            <a:off x="0" y="237965"/>
            <a:ext cx="21048133" cy="10341293"/>
          </a:xfrm>
          <a:prstGeom prst="rect">
            <a:avLst/>
          </a:prstGeom>
          <a:noFill/>
        </p:spPr>
        <p:txBody>
          <a:bodyPr wrap="square">
            <a:spAutoFit/>
          </a:bodyPr>
          <a:lstStyle/>
          <a:p>
            <a:r>
              <a:rPr lang="en-IN" b="1" dirty="0">
                <a:effectLst/>
              </a:rPr>
              <a:t> </a:t>
            </a:r>
            <a:r>
              <a:rPr lang="en-IN" b="1" dirty="0">
                <a:highlight>
                  <a:srgbClr val="FFFF00"/>
                </a:highlight>
              </a:rPr>
              <a:t>. </a:t>
            </a:r>
            <a:r>
              <a:rPr lang="en-IN" sz="3600" b="1" dirty="0">
                <a:highlight>
                  <a:srgbClr val="FFFF00"/>
                </a:highlight>
              </a:rPr>
              <a:t>Fixing a Printer Showing "Offline" Status Using Windows Troubleshooter</a:t>
            </a:r>
          </a:p>
          <a:p>
            <a:pPr lvl="0"/>
            <a:r>
              <a:rPr lang="en-IN" sz="3600" b="1" dirty="0"/>
              <a:t>Launch the Troubleshooter:</a:t>
            </a:r>
            <a:r>
              <a:rPr lang="en-IN" sz="3600" dirty="0"/>
              <a:t> Open Windows Settings, navigate to </a:t>
            </a:r>
            <a:r>
              <a:rPr lang="en-IN" sz="3600" b="1" dirty="0"/>
              <a:t>Update &amp; Security &gt; Troubleshoot &gt; Additional troubleshooters</a:t>
            </a:r>
            <a:r>
              <a:rPr lang="en-IN" sz="3600" dirty="0"/>
              <a:t> (or </a:t>
            </a:r>
            <a:r>
              <a:rPr lang="en-IN" sz="3600" b="1" dirty="0"/>
              <a:t>System &gt; Troubleshoot &gt; Other troubleshooters</a:t>
            </a:r>
            <a:r>
              <a:rPr lang="en-IN" sz="3600" dirty="0"/>
              <a:t> on newer builds), locate </a:t>
            </a:r>
            <a:r>
              <a:rPr lang="en-IN" sz="3600" b="1" dirty="0"/>
              <a:t>Printer</a:t>
            </a:r>
            <a:r>
              <a:rPr lang="en-IN" sz="3600" dirty="0"/>
              <a:t>, and click </a:t>
            </a:r>
            <a:r>
              <a:rPr lang="en-IN" sz="3600" b="1" dirty="0"/>
              <a:t>Run the troubleshooter</a:t>
            </a:r>
            <a:r>
              <a:rPr lang="en-IN" sz="3600" dirty="0"/>
              <a:t>.</a:t>
            </a:r>
          </a:p>
          <a:p>
            <a:pPr lvl="0"/>
            <a:endParaRPr lang="en-IN" sz="3600" dirty="0"/>
          </a:p>
          <a:p>
            <a:pPr lvl="1"/>
            <a:r>
              <a:rPr lang="en-IN" sz="3600" i="1" dirty="0"/>
              <a:t>Verification:</a:t>
            </a:r>
            <a:r>
              <a:rPr lang="en-IN" sz="3600" dirty="0"/>
              <a:t> Watch the wizard window open and begin scanning your system for printing errors.</a:t>
            </a:r>
          </a:p>
          <a:p>
            <a:pPr lvl="1"/>
            <a:endParaRPr lang="en-IN" sz="3600" dirty="0"/>
          </a:p>
          <a:p>
            <a:pPr lvl="0"/>
            <a:r>
              <a:rPr lang="en-IN" sz="3600" b="1" dirty="0"/>
              <a:t>What Information the Tool Provides:</a:t>
            </a:r>
            <a:endParaRPr lang="en-IN" sz="3600" dirty="0"/>
          </a:p>
          <a:p>
            <a:pPr lvl="1"/>
            <a:r>
              <a:rPr lang="en-IN" sz="3600" dirty="0"/>
              <a:t>It automatically checks if the printer is physically connected or reachable over the local network.</a:t>
            </a:r>
          </a:p>
          <a:p>
            <a:pPr lvl="1"/>
            <a:r>
              <a:rPr lang="en-IN" sz="3600" dirty="0"/>
              <a:t>It inspects the Windows Print Spooler service to see if it has crashed or stalled.</a:t>
            </a:r>
          </a:p>
          <a:p>
            <a:pPr lvl="1"/>
            <a:r>
              <a:rPr lang="en-IN" sz="3600" dirty="0"/>
              <a:t>It clears stuck, corrupted print jobs lingering in the print queue.</a:t>
            </a:r>
          </a:p>
          <a:p>
            <a:pPr lvl="1"/>
            <a:r>
              <a:rPr lang="en-IN" sz="3600" dirty="0"/>
              <a:t>It verifies whether the printer's status flag is incorrectly set to "Use Printer Offline" and attempts to toggle it back to online mode.</a:t>
            </a:r>
          </a:p>
          <a:p>
            <a:pPr lvl="1"/>
            <a:endParaRPr lang="en-IN" sz="3600" dirty="0"/>
          </a:p>
          <a:p>
            <a:pPr lvl="0"/>
            <a:r>
              <a:rPr lang="en-IN" sz="3600" b="1" dirty="0"/>
              <a:t>Apply Fixes:</a:t>
            </a:r>
            <a:r>
              <a:rPr lang="en-IN" sz="3600" dirty="0"/>
              <a:t> Follow any on-screen prompts provided by the wizard and click </a:t>
            </a:r>
            <a:r>
              <a:rPr lang="en-IN" sz="3600" b="1" dirty="0"/>
              <a:t>Apply this fix</a:t>
            </a:r>
            <a:r>
              <a:rPr lang="en-IN" sz="3600" dirty="0"/>
              <a:t> when recommended.</a:t>
            </a:r>
          </a:p>
          <a:p>
            <a:pPr lvl="1"/>
            <a:r>
              <a:rPr lang="en-IN" sz="3600" i="1" dirty="0"/>
              <a:t>Verification:</a:t>
            </a:r>
            <a:r>
              <a:rPr lang="en-IN" sz="3600" dirty="0"/>
              <a:t> Open </a:t>
            </a:r>
            <a:r>
              <a:rPr lang="en-IN" sz="3600" b="1" dirty="0"/>
              <a:t>Settings &gt; Bluetooth &amp; devices &gt; Printers &amp; scanners</a:t>
            </a:r>
            <a:r>
              <a:rPr lang="en-IN" sz="3600" dirty="0"/>
              <a:t> and confirm that the printer's status has changed from "Offline" back to </a:t>
            </a:r>
            <a:r>
              <a:rPr lang="en-IN" sz="3600" b="1" dirty="0"/>
              <a:t>"Ready"</a:t>
            </a:r>
            <a:r>
              <a:rPr lang="en-IN" sz="3600" dirty="0"/>
              <a:t>.</a:t>
            </a:r>
          </a:p>
          <a:p>
            <a:pPr rtl="0">
              <a:buNone/>
            </a:pPr>
            <a:endParaRPr lang="en-IN" dirty="0">
              <a:effectLst/>
            </a:endParaRPr>
          </a:p>
        </p:txBody>
      </p:sp>
    </p:spTree>
    <p:extLst>
      <p:ext uri="{BB962C8B-B14F-4D97-AF65-F5344CB8AC3E}">
        <p14:creationId xmlns:p14="http://schemas.microsoft.com/office/powerpoint/2010/main" val="10786515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117</TotalTime>
  <Words>1293</Words>
  <Application>Microsoft Office PowerPoint</Application>
  <PresentationFormat>Custom</PresentationFormat>
  <Paragraphs>71</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Mayur shrimali</dc:creator>
  <cp:lastModifiedBy>Mayur shrimali</cp:lastModifiedBy>
  <cp:revision>1</cp:revision>
  <dcterms:created xsi:type="dcterms:W3CDTF">2026-10-14T03:26:41Z</dcterms:created>
  <dcterms:modified xsi:type="dcterms:W3CDTF">2026-10-14T05:24:00Z</dcterms:modified>
</cp:coreProperties>
</file>